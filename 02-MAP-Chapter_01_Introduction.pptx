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9" r:id="rId8"/>
    <p:sldId id="290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2" r:id="rId17"/>
    <p:sldId id="304" r:id="rId18"/>
    <p:sldId id="305" r:id="rId19"/>
    <p:sldId id="306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44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39491" y="747005"/>
            <a:ext cx="5974080" cy="727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830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 u="sng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830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1" i="0" u="sng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830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830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" y="228600"/>
            <a:ext cx="9461500" cy="7099300"/>
          </a:xfrm>
          <a:custGeom>
            <a:avLst/>
            <a:gdLst/>
            <a:ahLst/>
            <a:cxnLst/>
            <a:rect l="l" t="t" r="r" b="b"/>
            <a:pathLst>
              <a:path w="9461500" h="7099300">
                <a:moveTo>
                  <a:pt x="9461500" y="0"/>
                </a:moveTo>
                <a:lnTo>
                  <a:pt x="0" y="0"/>
                </a:lnTo>
                <a:lnTo>
                  <a:pt x="0" y="7099299"/>
                </a:lnTo>
                <a:lnTo>
                  <a:pt x="9461500" y="7099299"/>
                </a:lnTo>
                <a:lnTo>
                  <a:pt x="946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9599" y="228600"/>
            <a:ext cx="9461500" cy="70992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09599" y="299265"/>
            <a:ext cx="9461500" cy="1181735"/>
          </a:xfrm>
          <a:custGeom>
            <a:avLst/>
            <a:gdLst/>
            <a:ahLst/>
            <a:cxnLst/>
            <a:rect l="l" t="t" r="r" b="b"/>
            <a:pathLst>
              <a:path w="9461500" h="1181735">
                <a:moveTo>
                  <a:pt x="4225662" y="0"/>
                </a:moveTo>
                <a:lnTo>
                  <a:pt x="0" y="0"/>
                </a:lnTo>
                <a:lnTo>
                  <a:pt x="0" y="1131915"/>
                </a:lnTo>
                <a:lnTo>
                  <a:pt x="9461500" y="1181572"/>
                </a:lnTo>
                <a:lnTo>
                  <a:pt x="9453493" y="264958"/>
                </a:lnTo>
                <a:lnTo>
                  <a:pt x="9021177" y="257797"/>
                </a:lnTo>
                <a:lnTo>
                  <a:pt x="8805017" y="472629"/>
                </a:lnTo>
                <a:lnTo>
                  <a:pt x="5794811" y="465467"/>
                </a:lnTo>
                <a:lnTo>
                  <a:pt x="5554635" y="264958"/>
                </a:lnTo>
                <a:lnTo>
                  <a:pt x="4505867" y="257797"/>
                </a:lnTo>
                <a:lnTo>
                  <a:pt x="42256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09599" y="299265"/>
            <a:ext cx="9461500" cy="1181735"/>
          </a:xfrm>
          <a:custGeom>
            <a:avLst/>
            <a:gdLst/>
            <a:ahLst/>
            <a:cxnLst/>
            <a:rect l="l" t="t" r="r" b="b"/>
            <a:pathLst>
              <a:path w="9461500" h="1181735">
                <a:moveTo>
                  <a:pt x="0" y="0"/>
                </a:moveTo>
                <a:lnTo>
                  <a:pt x="4225662" y="0"/>
                </a:lnTo>
                <a:lnTo>
                  <a:pt x="4505867" y="257797"/>
                </a:lnTo>
                <a:lnTo>
                  <a:pt x="5554636" y="264958"/>
                </a:lnTo>
                <a:lnTo>
                  <a:pt x="5794811" y="465468"/>
                </a:lnTo>
                <a:lnTo>
                  <a:pt x="8805018" y="472629"/>
                </a:lnTo>
                <a:lnTo>
                  <a:pt x="9021176" y="257797"/>
                </a:lnTo>
                <a:lnTo>
                  <a:pt x="9453494" y="264958"/>
                </a:lnTo>
                <a:lnTo>
                  <a:pt x="9461500" y="1181572"/>
                </a:lnTo>
                <a:lnTo>
                  <a:pt x="0" y="1131914"/>
                </a:lnTo>
              </a:path>
            </a:pathLst>
          </a:custGeom>
          <a:ln w="13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63056" y="747005"/>
            <a:ext cx="7528559" cy="727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830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5613" y="1606131"/>
            <a:ext cx="8445500" cy="2332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 u="sng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-for-windows/git/releases/download/v2.51.0.windows.2/Git-2.51.0.2-64-bit.exe" TargetMode="External"/><Relationship Id="rId2" Type="http://schemas.openxmlformats.org/officeDocument/2006/relationships/hyperlink" Target="https://git-scm.com/downloads/wi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ocs.flutter.dev/install/manua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eveloper.android.com/studio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github.com/jumail-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7072" y="2930367"/>
            <a:ext cx="8475345" cy="155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9110" marR="5080" indent="-3027045">
              <a:lnSpc>
                <a:spcPct val="100000"/>
              </a:lnSpc>
              <a:spcBef>
                <a:spcPts val="100"/>
              </a:spcBef>
            </a:pPr>
            <a:r>
              <a:rPr sz="5000" b="0" dirty="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sz="5000" b="0" spc="-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000" b="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5000" b="0" spc="-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000" b="0" spc="-20" dirty="0">
                <a:solidFill>
                  <a:srgbClr val="FFFFFF"/>
                </a:solidFill>
                <a:latin typeface="Calibri"/>
                <a:cs typeface="Calibri"/>
              </a:rPr>
              <a:t>Programming </a:t>
            </a:r>
            <a:r>
              <a:rPr sz="5000" b="0" spc="-10" dirty="0">
                <a:solidFill>
                  <a:srgbClr val="FFFFFF"/>
                </a:solidFill>
                <a:latin typeface="Calibri"/>
                <a:cs typeface="Calibri"/>
              </a:rPr>
              <a:t>SCSJ3623</a:t>
            </a:r>
            <a:endParaRPr sz="5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754" y="1587883"/>
            <a:ext cx="6036945" cy="438467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sz="2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course:</a:t>
            </a:r>
            <a:endParaRPr sz="2900" dirty="0">
              <a:latin typeface="Calibri"/>
              <a:cs typeface="Calibri"/>
            </a:endParaRPr>
          </a:p>
          <a:p>
            <a:pPr marL="722630" lvl="4" indent="-236854">
              <a:spcBef>
                <a:spcPts val="204"/>
              </a:spcBef>
              <a:buFont typeface="Arial MT"/>
              <a:buChar char="•"/>
              <a:tabLst>
                <a:tab pos="722630" algn="l"/>
              </a:tabLst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Course</a:t>
            </a:r>
            <a:r>
              <a:rPr sz="25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Outline</a:t>
            </a:r>
            <a:endParaRPr sz="2500" dirty="0">
              <a:latin typeface="Calibri"/>
              <a:cs typeface="Calibri"/>
            </a:endParaRPr>
          </a:p>
          <a:p>
            <a:pPr marL="722630" lvl="1" indent="-236854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722630" algn="l"/>
              </a:tabLst>
            </a:pP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Assessment</a:t>
            </a:r>
            <a:endParaRPr sz="2500" dirty="0">
              <a:latin typeface="Calibri"/>
              <a:cs typeface="Calibri"/>
            </a:endParaRPr>
          </a:p>
          <a:p>
            <a:pPr marL="722630" lvl="1" indent="-236854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722630" algn="l"/>
              </a:tabLst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2500" dirty="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App.</a:t>
            </a:r>
            <a:r>
              <a:rPr sz="2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Dev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Technologies</a:t>
            </a:r>
            <a:endParaRPr sz="2900" dirty="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Installation: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framework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endParaRPr sz="2900" dirty="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sz="2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drive</a:t>
            </a:r>
            <a:r>
              <a:rPr sz="2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emulator</a:t>
            </a:r>
            <a:r>
              <a:rPr sz="2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phone</a:t>
            </a:r>
            <a:endParaRPr sz="2900" dirty="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tour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Code,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Android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Studio</a:t>
            </a:r>
            <a:endParaRPr sz="2900" dirty="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tour</a:t>
            </a:r>
            <a:r>
              <a:rPr sz="2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Git</a:t>
            </a:r>
            <a:r>
              <a:rPr sz="2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Git</a:t>
            </a:r>
            <a:r>
              <a:rPr sz="2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Bash</a:t>
            </a:r>
            <a:endParaRPr sz="2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21087" y="747005"/>
            <a:ext cx="1815464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10" dirty="0"/>
              <a:t>Outline</a:t>
            </a:r>
            <a:endParaRPr sz="4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sz="4600" dirty="0"/>
              <a:t>Mobile</a:t>
            </a:r>
            <a:r>
              <a:rPr sz="4600" spc="-175" dirty="0"/>
              <a:t> </a:t>
            </a:r>
            <a:r>
              <a:rPr sz="4600" dirty="0"/>
              <a:t>App</a:t>
            </a:r>
            <a:r>
              <a:rPr sz="4600" spc="-175" dirty="0"/>
              <a:t> </a:t>
            </a:r>
            <a:r>
              <a:rPr sz="4600" spc="-75" dirty="0"/>
              <a:t>Dev.</a:t>
            </a:r>
            <a:r>
              <a:rPr sz="4600" spc="-160" dirty="0"/>
              <a:t> </a:t>
            </a:r>
            <a:r>
              <a:rPr sz="4600" spc="-40" dirty="0"/>
              <a:t>Technologies</a:t>
            </a:r>
            <a:endParaRPr sz="4600"/>
          </a:p>
        </p:txBody>
      </p:sp>
      <p:grpSp>
        <p:nvGrpSpPr>
          <p:cNvPr id="3" name="object 3"/>
          <p:cNvGrpSpPr/>
          <p:nvPr/>
        </p:nvGrpSpPr>
        <p:grpSpPr>
          <a:xfrm>
            <a:off x="816389" y="1700513"/>
            <a:ext cx="9048115" cy="4860925"/>
            <a:chOff x="816389" y="1700513"/>
            <a:chExt cx="9048115" cy="48609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389" y="1700513"/>
              <a:ext cx="9047920" cy="486058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4920" y="3950207"/>
              <a:ext cx="2011679" cy="19293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88279" y="3892295"/>
              <a:ext cx="1639824" cy="119176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508050" y="4859834"/>
              <a:ext cx="528320" cy="919480"/>
            </a:xfrm>
            <a:custGeom>
              <a:avLst/>
              <a:gdLst/>
              <a:ahLst/>
              <a:cxnLst/>
              <a:rect l="l" t="t" r="r" b="b"/>
              <a:pathLst>
                <a:path w="528320" h="919479">
                  <a:moveTo>
                    <a:pt x="528196" y="0"/>
                  </a:moveTo>
                  <a:lnTo>
                    <a:pt x="0" y="919160"/>
                  </a:lnTo>
                </a:path>
              </a:pathLst>
            </a:custGeom>
            <a:ln w="13142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134983" y="3970864"/>
            <a:ext cx="1892300" cy="869950"/>
          </a:xfrm>
          <a:prstGeom prst="rect">
            <a:avLst/>
          </a:prstGeom>
          <a:solidFill>
            <a:srgbClr val="4472C4">
              <a:alpha val="50199"/>
            </a:srgbClr>
          </a:solidFill>
          <a:ln w="13145">
            <a:solidFill>
              <a:srgbClr val="2F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2220"/>
              </a:lnSpc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sz="1900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course?</a:t>
            </a:r>
            <a:endParaRPr sz="1900" dirty="0">
              <a:latin typeface="Calibri"/>
              <a:cs typeface="Calibri"/>
            </a:endParaRPr>
          </a:p>
          <a:p>
            <a:pPr marL="357505" marR="348615" algn="ctr">
              <a:lnSpc>
                <a:spcPts val="2280"/>
              </a:lnSpc>
              <a:spcBef>
                <a:spcPts val="40"/>
              </a:spcBef>
            </a:pP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Which </a:t>
            </a:r>
            <a:r>
              <a:rPr sz="1900" spc="-30" dirty="0">
                <a:solidFill>
                  <a:srgbClr val="FF0000"/>
                </a:solidFill>
                <a:latin typeface="Calibri"/>
                <a:cs typeface="Calibri"/>
              </a:rPr>
              <a:t>technology?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00281" y="5833973"/>
            <a:ext cx="1027430" cy="646430"/>
          </a:xfrm>
          <a:custGeom>
            <a:avLst/>
            <a:gdLst/>
            <a:ahLst/>
            <a:cxnLst/>
            <a:rect l="l" t="t" r="r" b="b"/>
            <a:pathLst>
              <a:path w="1027429" h="646429">
                <a:moveTo>
                  <a:pt x="0" y="323206"/>
                </a:moveTo>
                <a:lnTo>
                  <a:pt x="13559" y="249098"/>
                </a:lnTo>
                <a:lnTo>
                  <a:pt x="29931" y="214202"/>
                </a:lnTo>
                <a:lnTo>
                  <a:pt x="52184" y="181068"/>
                </a:lnTo>
                <a:lnTo>
                  <a:pt x="79932" y="149939"/>
                </a:lnTo>
                <a:lnTo>
                  <a:pt x="112791" y="121057"/>
                </a:lnTo>
                <a:lnTo>
                  <a:pt x="150375" y="94665"/>
                </a:lnTo>
                <a:lnTo>
                  <a:pt x="192299" y="71004"/>
                </a:lnTo>
                <a:lnTo>
                  <a:pt x="238179" y="50319"/>
                </a:lnTo>
                <a:lnTo>
                  <a:pt x="287627" y="32851"/>
                </a:lnTo>
                <a:lnTo>
                  <a:pt x="340261" y="18842"/>
                </a:lnTo>
                <a:lnTo>
                  <a:pt x="395693" y="8536"/>
                </a:lnTo>
                <a:lnTo>
                  <a:pt x="453539" y="2174"/>
                </a:lnTo>
                <a:lnTo>
                  <a:pt x="513414" y="0"/>
                </a:lnTo>
                <a:lnTo>
                  <a:pt x="573289" y="2174"/>
                </a:lnTo>
                <a:lnTo>
                  <a:pt x="631135" y="8536"/>
                </a:lnTo>
                <a:lnTo>
                  <a:pt x="686568" y="18842"/>
                </a:lnTo>
                <a:lnTo>
                  <a:pt x="739201" y="32851"/>
                </a:lnTo>
                <a:lnTo>
                  <a:pt x="788650" y="50319"/>
                </a:lnTo>
                <a:lnTo>
                  <a:pt x="834529" y="71004"/>
                </a:lnTo>
                <a:lnTo>
                  <a:pt x="876453" y="94665"/>
                </a:lnTo>
                <a:lnTo>
                  <a:pt x="914037" y="121057"/>
                </a:lnTo>
                <a:lnTo>
                  <a:pt x="946896" y="149939"/>
                </a:lnTo>
                <a:lnTo>
                  <a:pt x="974645" y="181068"/>
                </a:lnTo>
                <a:lnTo>
                  <a:pt x="996897" y="214202"/>
                </a:lnTo>
                <a:lnTo>
                  <a:pt x="1013269" y="249098"/>
                </a:lnTo>
                <a:lnTo>
                  <a:pt x="1026829" y="323206"/>
                </a:lnTo>
                <a:lnTo>
                  <a:pt x="1023375" y="360899"/>
                </a:lnTo>
                <a:lnTo>
                  <a:pt x="996897" y="432210"/>
                </a:lnTo>
                <a:lnTo>
                  <a:pt x="974645" y="465344"/>
                </a:lnTo>
                <a:lnTo>
                  <a:pt x="946896" y="496473"/>
                </a:lnTo>
                <a:lnTo>
                  <a:pt x="914037" y="525355"/>
                </a:lnTo>
                <a:lnTo>
                  <a:pt x="876453" y="551748"/>
                </a:lnTo>
                <a:lnTo>
                  <a:pt x="834529" y="575408"/>
                </a:lnTo>
                <a:lnTo>
                  <a:pt x="788650" y="596093"/>
                </a:lnTo>
                <a:lnTo>
                  <a:pt x="739201" y="613561"/>
                </a:lnTo>
                <a:lnTo>
                  <a:pt x="686568" y="627570"/>
                </a:lnTo>
                <a:lnTo>
                  <a:pt x="631135" y="637876"/>
                </a:lnTo>
                <a:lnTo>
                  <a:pt x="573289" y="644238"/>
                </a:lnTo>
                <a:lnTo>
                  <a:pt x="513414" y="646413"/>
                </a:lnTo>
                <a:lnTo>
                  <a:pt x="453539" y="644238"/>
                </a:lnTo>
                <a:lnTo>
                  <a:pt x="395693" y="637876"/>
                </a:lnTo>
                <a:lnTo>
                  <a:pt x="340261" y="627570"/>
                </a:lnTo>
                <a:lnTo>
                  <a:pt x="287627" y="613561"/>
                </a:lnTo>
                <a:lnTo>
                  <a:pt x="238179" y="596093"/>
                </a:lnTo>
                <a:lnTo>
                  <a:pt x="192299" y="575408"/>
                </a:lnTo>
                <a:lnTo>
                  <a:pt x="150375" y="551748"/>
                </a:lnTo>
                <a:lnTo>
                  <a:pt x="112791" y="525355"/>
                </a:lnTo>
                <a:lnTo>
                  <a:pt x="79932" y="496473"/>
                </a:lnTo>
                <a:lnTo>
                  <a:pt x="52184" y="465344"/>
                </a:lnTo>
                <a:lnTo>
                  <a:pt x="29931" y="432210"/>
                </a:lnTo>
                <a:lnTo>
                  <a:pt x="13559" y="397314"/>
                </a:lnTo>
                <a:lnTo>
                  <a:pt x="0" y="323206"/>
                </a:lnTo>
                <a:close/>
              </a:path>
            </a:pathLst>
          </a:custGeom>
          <a:ln w="3943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4862" y="747005"/>
            <a:ext cx="3848100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10" dirty="0"/>
              <a:t>What</a:t>
            </a:r>
            <a:r>
              <a:rPr sz="4600" spc="-145" dirty="0"/>
              <a:t> </a:t>
            </a:r>
            <a:r>
              <a:rPr sz="4600" dirty="0"/>
              <a:t>is</a:t>
            </a:r>
            <a:r>
              <a:rPr sz="4600" spc="-150" dirty="0"/>
              <a:t> </a:t>
            </a:r>
            <a:r>
              <a:rPr sz="4600" spc="-10" dirty="0"/>
              <a:t>Flutter?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016754" y="1516915"/>
            <a:ext cx="6193790" cy="322580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9554" indent="-236854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9554" algn="l"/>
              </a:tabLst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UI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Framework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native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2500">
              <a:latin typeface="Calibri"/>
              <a:cs typeface="Calibri"/>
            </a:endParaRPr>
          </a:p>
          <a:p>
            <a:pPr marL="248920" marR="1092200" indent="-236854">
              <a:lnSpc>
                <a:spcPts val="2710"/>
              </a:lnSpc>
              <a:spcBef>
                <a:spcPts val="1125"/>
              </a:spcBef>
              <a:buFont typeface="Arial MT"/>
              <a:buChar char="•"/>
              <a:tabLst>
                <a:tab pos="248920" algn="l"/>
              </a:tabLst>
            </a:pP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Cross-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platform: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Android,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iOS,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Desktop (Windows,</a:t>
            </a:r>
            <a:r>
              <a:rPr sz="25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MacOS,</a:t>
            </a:r>
            <a:r>
              <a:rPr sz="25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Linux),</a:t>
            </a:r>
            <a:r>
              <a:rPr sz="25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endParaRPr sz="25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249554" algn="l"/>
              </a:tabLst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Made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endParaRPr sz="25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9554" algn="l"/>
              </a:tabLst>
            </a:pP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Open-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endParaRPr sz="25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9554" algn="l"/>
              </a:tabLst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Dart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endParaRPr sz="25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9554" algn="l"/>
              </a:tabLst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flutter.dev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6208" y="1647374"/>
            <a:ext cx="2917295" cy="291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1986" y="747005"/>
            <a:ext cx="3210560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10" dirty="0"/>
              <a:t>Install</a:t>
            </a:r>
            <a:r>
              <a:rPr sz="4600" spc="-240" dirty="0"/>
              <a:t> </a:t>
            </a:r>
            <a:r>
              <a:rPr sz="4600" spc="-20" dirty="0"/>
              <a:t>Flutter</a:t>
            </a:r>
            <a:endParaRPr sz="4600"/>
          </a:p>
        </p:txBody>
      </p:sp>
      <p:grpSp>
        <p:nvGrpSpPr>
          <p:cNvPr id="3" name="object 3"/>
          <p:cNvGrpSpPr/>
          <p:nvPr/>
        </p:nvGrpSpPr>
        <p:grpSpPr>
          <a:xfrm>
            <a:off x="1560575" y="1840992"/>
            <a:ext cx="6666230" cy="1292860"/>
            <a:chOff x="1560575" y="1840992"/>
            <a:chExt cx="6666230" cy="12928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575" y="1840992"/>
              <a:ext cx="2173224" cy="12923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5136" y="1892808"/>
              <a:ext cx="4471416" cy="110337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752737" y="1990178"/>
            <a:ext cx="7681595" cy="2016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171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Install</a:t>
            </a:r>
            <a:r>
              <a:rPr sz="29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Flutter</a:t>
            </a:r>
            <a:r>
              <a:rPr sz="29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Windows</a:t>
            </a:r>
            <a:endParaRPr sz="2900">
              <a:latin typeface="Calibri"/>
              <a:cs typeface="Calibri"/>
            </a:endParaRPr>
          </a:p>
          <a:p>
            <a:pPr marL="2251710">
              <a:lnSpc>
                <a:spcPct val="100000"/>
              </a:lnSpc>
              <a:spcBef>
                <a:spcPts val="40"/>
              </a:spcBef>
            </a:pPr>
            <a:r>
              <a:rPr sz="1900" spc="-25" dirty="0">
                <a:solidFill>
                  <a:srgbClr val="FFFFFF"/>
                </a:solidFill>
                <a:latin typeface="Arial Black"/>
                <a:cs typeface="Arial Black"/>
              </a:rPr>
              <a:t>https://youtu.be/T9LdScRVhv8</a:t>
            </a:r>
            <a:endParaRPr sz="19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900">
              <a:latin typeface="Arial Black"/>
              <a:cs typeface="Arial Black"/>
            </a:endParaRPr>
          </a:p>
          <a:p>
            <a:pPr marL="12700">
              <a:lnSpc>
                <a:spcPts val="2235"/>
              </a:lnSpc>
            </a:pPr>
            <a:r>
              <a:rPr sz="1900" i="1" spc="-10" dirty="0">
                <a:solidFill>
                  <a:srgbClr val="FFFFFF"/>
                </a:solidFill>
                <a:latin typeface="Calibri"/>
                <a:cs typeface="Calibri"/>
              </a:rPr>
              <a:t>Notes: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2020"/>
              </a:lnSpc>
              <a:spcBef>
                <a:spcPts val="40"/>
              </a:spcBef>
            </a:pP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besides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installing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Calibri"/>
                <a:cs typeface="Calibri"/>
              </a:rPr>
              <a:t>flutter,</a:t>
            </a:r>
            <a:r>
              <a:rPr sz="17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video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17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shows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setup</a:t>
            </a:r>
            <a:r>
              <a:rPr sz="1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Flutter</a:t>
            </a:r>
            <a:r>
              <a:rPr sz="17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7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Windows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Desktop</a:t>
            </a:r>
            <a:r>
              <a:rPr sz="17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30" dirty="0">
                <a:solidFill>
                  <a:srgbClr val="FFFFFF"/>
                </a:solidFill>
                <a:latin typeface="Calibri"/>
                <a:cs typeface="Calibri"/>
              </a:rPr>
              <a:t>Development.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7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skip</a:t>
            </a:r>
            <a:r>
              <a:rPr sz="1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going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Development.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63624" y="4593335"/>
            <a:ext cx="6525895" cy="1295400"/>
            <a:chOff x="1563624" y="4593335"/>
            <a:chExt cx="6525895" cy="12954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3624" y="4593335"/>
              <a:ext cx="2167128" cy="12954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5136" y="4648199"/>
              <a:ext cx="4334256" cy="110337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752737" y="4748619"/>
            <a:ext cx="7681595" cy="201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171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Install</a:t>
            </a:r>
            <a:r>
              <a:rPr sz="29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Flutter</a:t>
            </a:r>
            <a:r>
              <a:rPr sz="29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macOS</a:t>
            </a:r>
            <a:endParaRPr sz="2900">
              <a:latin typeface="Calibri"/>
              <a:cs typeface="Calibri"/>
            </a:endParaRPr>
          </a:p>
          <a:p>
            <a:pPr marL="2251710">
              <a:lnSpc>
                <a:spcPct val="100000"/>
              </a:lnSpc>
              <a:spcBef>
                <a:spcPts val="15"/>
              </a:spcBef>
            </a:pPr>
            <a:r>
              <a:rPr sz="1900" spc="-30" dirty="0">
                <a:solidFill>
                  <a:srgbClr val="FFFFFF"/>
                </a:solidFill>
                <a:latin typeface="Arial Black"/>
                <a:cs typeface="Arial Black"/>
              </a:rPr>
              <a:t>https://youtu.be/9GuzMsZQUYs</a:t>
            </a:r>
            <a:endParaRPr sz="19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900">
              <a:latin typeface="Arial Black"/>
              <a:cs typeface="Arial Black"/>
            </a:endParaRPr>
          </a:p>
          <a:p>
            <a:pPr marL="12700">
              <a:lnSpc>
                <a:spcPts val="2250"/>
              </a:lnSpc>
            </a:pPr>
            <a:r>
              <a:rPr sz="1900" i="1" spc="-10" dirty="0">
                <a:solidFill>
                  <a:srgbClr val="FFFFFF"/>
                </a:solidFill>
                <a:latin typeface="Calibri"/>
                <a:cs typeface="Calibri"/>
              </a:rPr>
              <a:t>Notes: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1989"/>
              </a:lnSpc>
              <a:spcBef>
                <a:spcPts val="75"/>
              </a:spcBef>
            </a:pP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besides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installing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Calibri"/>
                <a:cs typeface="Calibri"/>
              </a:rPr>
              <a:t>flutter,</a:t>
            </a:r>
            <a:r>
              <a:rPr sz="17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video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17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shows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setup</a:t>
            </a:r>
            <a:r>
              <a:rPr sz="1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Flutter</a:t>
            </a:r>
            <a:r>
              <a:rPr sz="17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7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macOS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Desktop</a:t>
            </a:r>
            <a:r>
              <a:rPr sz="17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30" dirty="0">
                <a:solidFill>
                  <a:srgbClr val="FFFFFF"/>
                </a:solidFill>
                <a:latin typeface="Calibri"/>
                <a:cs typeface="Calibri"/>
              </a:rPr>
              <a:t>Development.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7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skip</a:t>
            </a:r>
            <a:r>
              <a:rPr sz="1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going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Development.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5471" y="747005"/>
            <a:ext cx="632650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600" spc="-10" dirty="0"/>
              <a:t>Install</a:t>
            </a:r>
            <a:r>
              <a:rPr lang="en-US" sz="4600" spc="-160" dirty="0"/>
              <a:t> </a:t>
            </a:r>
            <a:r>
              <a:rPr lang="en-US" sz="4600" spc="-20" dirty="0"/>
              <a:t>Flutter</a:t>
            </a:r>
            <a:r>
              <a:rPr lang="en-US" sz="4600" spc="-150" dirty="0"/>
              <a:t> </a:t>
            </a:r>
            <a:r>
              <a:rPr lang="en-US" sz="4600" dirty="0"/>
              <a:t>-</a:t>
            </a:r>
            <a:r>
              <a:rPr lang="en-US" sz="4600" spc="-155" dirty="0"/>
              <a:t> </a:t>
            </a:r>
            <a:r>
              <a:rPr lang="en-US" sz="4600" spc="-10" dirty="0"/>
              <a:t>Alternative</a:t>
            </a:r>
            <a:endParaRPr sz="4600" dirty="0"/>
          </a:p>
        </p:txBody>
      </p:sp>
      <p:sp>
        <p:nvSpPr>
          <p:cNvPr id="6" name="object 6"/>
          <p:cNvSpPr txBox="1"/>
          <p:nvPr/>
        </p:nvSpPr>
        <p:spPr>
          <a:xfrm>
            <a:off x="869688" y="1473129"/>
            <a:ext cx="8468360" cy="3343864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49554" indent="-236854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9554" algn="l"/>
              </a:tabLst>
            </a:pPr>
            <a:r>
              <a:rPr lang="en-US" sz="2800" dirty="0">
                <a:solidFill>
                  <a:srgbClr val="FFFFFF"/>
                </a:solidFill>
                <a:latin typeface="Calibri"/>
                <a:cs typeface="Calibri"/>
              </a:rPr>
              <a:t>Install prerequisites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721995" lvl="1" indent="-236854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721995" algn="l"/>
              </a:tabLst>
            </a:pP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Git</a:t>
            </a:r>
            <a:endParaRPr sz="2800" dirty="0">
              <a:latin typeface="Calibri"/>
              <a:cs typeface="Calibri"/>
            </a:endParaRPr>
          </a:p>
          <a:p>
            <a:pPr marL="721995" lvl="1" indent="-236854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721995" algn="l"/>
              </a:tabLst>
            </a:pP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Flutter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SDK</a:t>
            </a:r>
            <a:endParaRPr sz="2800" dirty="0">
              <a:latin typeface="Calibri"/>
              <a:cs typeface="Calibri"/>
            </a:endParaRPr>
          </a:p>
          <a:p>
            <a:pPr marL="721995" lvl="1" indent="-236854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721995" algn="l"/>
              </a:tabLst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2800" dirty="0">
              <a:latin typeface="Calibri"/>
              <a:cs typeface="Calibri"/>
            </a:endParaRPr>
          </a:p>
          <a:p>
            <a:pPr marL="721995" lvl="1" indent="-236854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721995" algn="l"/>
              </a:tabLst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Extensions</a:t>
            </a:r>
            <a:r>
              <a:rPr sz="2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(required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useful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exts).</a:t>
            </a:r>
            <a:endParaRPr sz="2800" dirty="0">
              <a:latin typeface="Calibri"/>
              <a:cs typeface="Calibri"/>
            </a:endParaRPr>
          </a:p>
          <a:p>
            <a:pPr marL="721995" lvl="1" indent="-236854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721995" algn="l"/>
              </a:tabLst>
            </a:pP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Android</a:t>
            </a:r>
            <a:r>
              <a:rPr sz="2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Studio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DBBB8-719F-AAFE-6D67-1A7A4F65A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056" y="747005"/>
            <a:ext cx="7528559" cy="615553"/>
          </a:xfrm>
        </p:spPr>
        <p:txBody>
          <a:bodyPr/>
          <a:lstStyle/>
          <a:p>
            <a:pPr algn="ctr"/>
            <a:r>
              <a:rPr lang="en-US" sz="4000" spc="-10" dirty="0"/>
              <a:t>Installing Prerequisites - Git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B53EC-7DB4-BB96-2637-30D87316C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613" y="1606131"/>
            <a:ext cx="8445500" cy="127727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u="none" dirty="0">
                <a:latin typeface="+mj-lt"/>
              </a:rPr>
              <a:t>Installing Git:</a:t>
            </a:r>
          </a:p>
          <a:p>
            <a:pPr lvl="1"/>
            <a:r>
              <a:rPr lang="en-US" dirty="0">
                <a:latin typeface="+mj-lt"/>
              </a:rPr>
              <a:t>	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1. Go to </a:t>
            </a:r>
            <a:r>
              <a:rPr lang="en-US" dirty="0">
                <a:solidFill>
                  <a:schemeClr val="bg1"/>
                </a:solidFill>
                <a:latin typeface="+mj-lt"/>
                <a:hlinkClick r:id="rId2"/>
              </a:rPr>
              <a:t>https://git-scm.com/downloads/win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	2. Click on “</a:t>
            </a:r>
            <a:r>
              <a:rPr lang="en-US" b="1" dirty="0">
                <a:hlinkClick r:id="rId3"/>
              </a:rPr>
              <a:t>Git for Windows/x64 Setup</a:t>
            </a:r>
            <a:r>
              <a:rPr lang="en-US" b="1" dirty="0">
                <a:solidFill>
                  <a:schemeClr val="bg1"/>
                </a:solidFill>
              </a:rPr>
              <a:t>”.</a:t>
            </a:r>
          </a:p>
          <a:p>
            <a:pPr lvl="1"/>
            <a:r>
              <a:rPr lang="en-US" b="1" dirty="0">
                <a:solidFill>
                  <a:schemeClr val="bg1"/>
                </a:solidFill>
                <a:latin typeface="+mj-lt"/>
              </a:rPr>
              <a:t>	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3. Complete the setup.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1C4431D-6736-8E33-0D34-6A279037E04B}"/>
              </a:ext>
            </a:extLst>
          </p:cNvPr>
          <p:cNvSpPr txBox="1">
            <a:spLocks/>
          </p:cNvSpPr>
          <p:nvPr/>
        </p:nvSpPr>
        <p:spPr>
          <a:xfrm>
            <a:off x="925613" y="3395824"/>
            <a:ext cx="8445500" cy="1554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900" b="1" i="0" u="sng">
                <a:solidFill>
                  <a:schemeClr val="bg1"/>
                </a:solidFill>
                <a:latin typeface="Courier New"/>
                <a:ea typeface="+mn-ea"/>
                <a:cs typeface="Courier New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u="none" dirty="0">
                <a:latin typeface="+mj-lt"/>
              </a:rPr>
              <a:t>Why you need Git?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u="none" dirty="0">
                <a:solidFill>
                  <a:schemeClr val="bg1"/>
                </a:solidFill>
                <a:latin typeface="+mj-lt"/>
              </a:rPr>
              <a:t>Git is a version control system used to manage code.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u="none" dirty="0">
                <a:solidFill>
                  <a:schemeClr val="bg1"/>
                </a:solidFill>
                <a:latin typeface="+mj-lt"/>
              </a:rPr>
              <a:t>Flutter SDK and many dependencies are distributed via Git.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u="none" dirty="0">
                <a:solidFill>
                  <a:schemeClr val="bg1"/>
                </a:solidFill>
                <a:latin typeface="+mj-lt"/>
              </a:rPr>
              <a:t>Without Git, flutter doctor and SDK updates won’t work.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u="none" dirty="0">
                <a:solidFill>
                  <a:schemeClr val="bg1"/>
                </a:solidFill>
                <a:latin typeface="+mj-lt"/>
              </a:rPr>
              <a:t>Git also integrates with GitHub and VS Code.</a:t>
            </a:r>
          </a:p>
        </p:txBody>
      </p:sp>
    </p:spTree>
    <p:extLst>
      <p:ext uri="{BB962C8B-B14F-4D97-AF65-F5344CB8AC3E}">
        <p14:creationId xmlns:p14="http://schemas.microsoft.com/office/powerpoint/2010/main" val="3303714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4C654-D56A-5F99-BC26-C890C100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BDBB-96B8-D072-4788-2AC94E20F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056" y="747005"/>
            <a:ext cx="7528559" cy="615553"/>
          </a:xfrm>
        </p:spPr>
        <p:txBody>
          <a:bodyPr/>
          <a:lstStyle/>
          <a:p>
            <a:pPr algn="ctr"/>
            <a:r>
              <a:rPr lang="en-US" sz="4000" spc="-10" dirty="0"/>
              <a:t>Installing Prerequisites - Flutter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3CF66-B3EE-F69A-53F3-82A58B881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613" y="1606131"/>
            <a:ext cx="8445500" cy="238526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u="none" dirty="0">
                <a:latin typeface="+mj-lt"/>
              </a:rPr>
              <a:t>Installing Flutter SDK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u="none" dirty="0">
                <a:solidFill>
                  <a:schemeClr val="bg1"/>
                </a:solidFill>
                <a:latin typeface="+mj-lt"/>
              </a:rPr>
              <a:t>Go to </a:t>
            </a:r>
            <a:r>
              <a:rPr lang="en-US" dirty="0">
                <a:solidFill>
                  <a:schemeClr val="bg1"/>
                </a:solidFill>
                <a:latin typeface="+mj-lt"/>
                <a:hlinkClick r:id="rId2"/>
              </a:rPr>
              <a:t>https://docs.flutter.dev/install/manual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u="none" dirty="0">
                <a:solidFill>
                  <a:schemeClr val="bg1"/>
                </a:solidFill>
                <a:latin typeface="+mj-lt"/>
              </a:rPr>
              <a:t>Download the Flutter SDK 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bundle.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u="none" dirty="0">
                <a:solidFill>
                  <a:schemeClr val="bg1"/>
                </a:solidFill>
                <a:latin typeface="+mj-lt"/>
              </a:rPr>
              <a:t>Extract the zip file.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Inside the unzipped folder, move the flutter folder to the C:/ Drive.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u="none" dirty="0">
                <a:solidFill>
                  <a:schemeClr val="bg1"/>
                </a:solidFill>
                <a:latin typeface="+mj-lt"/>
              </a:rPr>
              <a:t>Search “Edit the system environment variables” 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using the Windows Search and open Environment Variables. Next, edit the PATH under “System variables”.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u="none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15BB5C-2EC3-A3EE-02A6-83AA2DF30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300" y="3755465"/>
            <a:ext cx="5422900" cy="334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894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11FC2-5EF6-893C-D49D-92C97BAD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4BCA8-D16F-EEF9-7387-32B47478D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613" y="1606131"/>
            <a:ext cx="8445500" cy="570925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u="none" dirty="0">
                <a:latin typeface="+mj-lt"/>
              </a:rPr>
              <a:t>Installing Flutter SDK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u="none" dirty="0">
                <a:solidFill>
                  <a:schemeClr val="bg1"/>
                </a:solidFill>
                <a:latin typeface="+mj-lt"/>
              </a:rPr>
              <a:t>Afterwards, click on New and paste the bin folder which should be “C:\flutter\bin”.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Apply the changes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u="none" dirty="0">
                <a:solidFill>
                  <a:schemeClr val="bg1"/>
                </a:solidFill>
                <a:latin typeface="+mj-lt"/>
              </a:rPr>
              <a:t>Verify that the flutter is correctly set up by running “flutter --version” using command prompt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DD9D17-CFA4-8396-01D9-BECEB1314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892" y="2940050"/>
            <a:ext cx="3097844" cy="345263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EC34F0C-FCE9-7575-6472-3DE164896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056" y="747005"/>
            <a:ext cx="7528559" cy="615553"/>
          </a:xfrm>
        </p:spPr>
        <p:txBody>
          <a:bodyPr/>
          <a:lstStyle/>
          <a:p>
            <a:pPr algn="ctr"/>
            <a:r>
              <a:rPr lang="en-US" sz="4000" spc="-10" dirty="0"/>
              <a:t>Installing Prerequisites - Flutter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381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3F41-6B8E-43F1-87E2-206BFF112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737D-E2A8-1D59-2719-BFDF91A2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056" y="747005"/>
            <a:ext cx="7528559" cy="615553"/>
          </a:xfrm>
        </p:spPr>
        <p:txBody>
          <a:bodyPr/>
          <a:lstStyle/>
          <a:p>
            <a:pPr algn="ctr"/>
            <a:r>
              <a:rPr lang="en-US" sz="4000" spc="-10" dirty="0"/>
              <a:t>Installing Prerequisites - VS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F8CAD-1156-7CAE-590F-64732DC48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613" y="1606131"/>
            <a:ext cx="8445500" cy="183127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u="none" dirty="0">
                <a:latin typeface="+mj-lt"/>
              </a:rPr>
              <a:t>Installing VS Code and Extensions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Go to </a:t>
            </a:r>
            <a:r>
              <a:rPr lang="en-US" dirty="0">
                <a:solidFill>
                  <a:schemeClr val="bg1"/>
                </a:solidFill>
                <a:latin typeface="+mj-lt"/>
                <a:hlinkClick r:id="rId2"/>
              </a:rPr>
              <a:t>https://code.visualstudio.com/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 and run the setup.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u="none" dirty="0">
                <a:solidFill>
                  <a:schemeClr val="bg1"/>
                </a:solidFill>
                <a:latin typeface="+mj-lt"/>
              </a:rPr>
              <a:t>Af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ter completion, open VS Code and click on the Extensions tab on the left sidebar.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Search for “Dart” and “Flutter” extensions and install both.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u="none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FE72B-809D-5D6E-389A-517A5BCA6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400" y="3321050"/>
            <a:ext cx="7086600" cy="365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20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314BD-AF6A-EB24-F731-DFFA6393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E3B9-31EB-651B-3671-C1AB486BA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878" y="806450"/>
            <a:ext cx="8355644" cy="1231106"/>
          </a:xfrm>
        </p:spPr>
        <p:txBody>
          <a:bodyPr/>
          <a:lstStyle/>
          <a:p>
            <a:pPr algn="ctr"/>
            <a:r>
              <a:rPr lang="en-US" sz="4000" spc="-10" dirty="0"/>
              <a:t>Install</a:t>
            </a:r>
            <a:r>
              <a:rPr lang="en-US" sz="4000" spc="-160" dirty="0"/>
              <a:t> </a:t>
            </a:r>
            <a:r>
              <a:rPr lang="en-US" sz="4000" spc="-20" dirty="0"/>
              <a:t>Prerequisites – Android Studio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5516E-D607-525D-BFB4-923FE6837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613" y="1606131"/>
            <a:ext cx="8445500" cy="127727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u="none" dirty="0">
                <a:latin typeface="+mj-lt"/>
              </a:rPr>
              <a:t>Installing Android Studio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Go to </a:t>
            </a:r>
            <a:r>
              <a:rPr lang="en-US" dirty="0">
                <a:solidFill>
                  <a:schemeClr val="bg1"/>
                </a:solidFill>
                <a:latin typeface="+mj-lt"/>
                <a:hlinkClick r:id="rId2"/>
              </a:rPr>
              <a:t>https://developer.android.com/studio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u="none" dirty="0">
                <a:solidFill>
                  <a:schemeClr val="bg1"/>
                </a:solidFill>
                <a:latin typeface="+mj-lt"/>
              </a:rPr>
              <a:t>Install the latest version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Run the installer</a:t>
            </a:r>
            <a:endParaRPr lang="en-US" u="none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3B12C-F0B7-AD44-1F41-5609A245D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550" y="3197375"/>
            <a:ext cx="7480300" cy="357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357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88211-3332-8F28-D1C0-4D81D510D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109D0-2B48-43AC-6CC1-93D8E3DFE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056" y="747005"/>
            <a:ext cx="7528559" cy="615553"/>
          </a:xfrm>
        </p:spPr>
        <p:txBody>
          <a:bodyPr/>
          <a:lstStyle/>
          <a:p>
            <a:pPr algn="ctr"/>
            <a:r>
              <a:rPr lang="en-US" sz="4000" spc="-10" dirty="0"/>
              <a:t>Configure Android SDK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B1433-48DB-C628-94B2-3E751BA43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613" y="1606131"/>
            <a:ext cx="8445500" cy="830997"/>
          </a:xfrm>
        </p:spPr>
        <p:txBody>
          <a:bodyPr/>
          <a:lstStyle/>
          <a:p>
            <a:r>
              <a:rPr lang="en-US" sz="1800" u="none" dirty="0">
                <a:latin typeface="+mj-lt"/>
              </a:rPr>
              <a:t>1. Run Android Studio</a:t>
            </a:r>
          </a:p>
          <a:p>
            <a:r>
              <a:rPr lang="en-US" sz="1800" u="none" dirty="0">
                <a:solidFill>
                  <a:schemeClr val="bg1"/>
                </a:solidFill>
                <a:latin typeface="+mj-lt"/>
              </a:rPr>
              <a:t>2. On the start up menu, click “More Actions” then “SDK Manager” to open up the SDK Manager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394A90-09FD-CA1D-61E6-895B9FB05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972" y="2690944"/>
            <a:ext cx="5019456" cy="408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97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B73DB-EEEF-0DFF-73E8-C992F4120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A332-1D11-F81A-CA14-9ED31D902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056" y="747005"/>
            <a:ext cx="7528559" cy="615553"/>
          </a:xfrm>
        </p:spPr>
        <p:txBody>
          <a:bodyPr/>
          <a:lstStyle/>
          <a:p>
            <a:pPr algn="ctr"/>
            <a:r>
              <a:rPr lang="en-US" sz="4000" spc="-10" dirty="0"/>
              <a:t>Configure Android SDK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216C-9B74-2550-75E7-B116DAFDC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613" y="1606131"/>
            <a:ext cx="8445500" cy="276999"/>
          </a:xfrm>
        </p:spPr>
        <p:txBody>
          <a:bodyPr/>
          <a:lstStyle/>
          <a:p>
            <a:r>
              <a:rPr lang="en-US" sz="1800" u="none" dirty="0">
                <a:latin typeface="+mj-lt"/>
              </a:rPr>
              <a:t>SDK Platform</a:t>
            </a:r>
            <a:endParaRPr lang="en-US" sz="1800" u="none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1855C-1785-3077-0956-BF2F1CCFD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056" y="2256091"/>
            <a:ext cx="7404100" cy="448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56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C5EF-5705-36FD-B8D6-416270934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1C30A-7AD2-7D93-ACF0-25A74B5A7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056" y="747005"/>
            <a:ext cx="7528559" cy="615553"/>
          </a:xfrm>
        </p:spPr>
        <p:txBody>
          <a:bodyPr/>
          <a:lstStyle/>
          <a:p>
            <a:pPr algn="ctr"/>
            <a:r>
              <a:rPr lang="en-US" sz="4000" spc="-10" dirty="0"/>
              <a:t>Configure Android SDK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3125A-7791-9138-ACCF-289FCA1D1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613" y="1606131"/>
            <a:ext cx="8445500" cy="553998"/>
          </a:xfrm>
        </p:spPr>
        <p:txBody>
          <a:bodyPr/>
          <a:lstStyle/>
          <a:p>
            <a:r>
              <a:rPr lang="en-US" sz="1800" u="none" dirty="0">
                <a:latin typeface="+mj-lt"/>
              </a:rPr>
              <a:t>SDK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u="none" dirty="0">
                <a:solidFill>
                  <a:schemeClr val="bg1"/>
                </a:solidFill>
                <a:latin typeface="+mj-lt"/>
              </a:rPr>
              <a:t>Install “Android SDK Command-line Tools (latest)”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18141B-8AEA-95AB-4417-1276A9C28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872" y="2254250"/>
            <a:ext cx="730765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42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EE7DC-390F-E3A5-152D-4EEAA6EF3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8423-1DDE-372E-6DD7-23A542221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056" y="747005"/>
            <a:ext cx="7528559" cy="615553"/>
          </a:xfrm>
        </p:spPr>
        <p:txBody>
          <a:bodyPr/>
          <a:lstStyle/>
          <a:p>
            <a:pPr algn="ctr"/>
            <a:r>
              <a:rPr lang="en-US" sz="4000" spc="-10" dirty="0"/>
              <a:t>Create Android Emulator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FD8EC-E331-6498-BFFA-EF950B609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613" y="1606131"/>
            <a:ext cx="8445500" cy="553998"/>
          </a:xfrm>
        </p:spPr>
        <p:txBody>
          <a:bodyPr/>
          <a:lstStyle/>
          <a:p>
            <a:r>
              <a:rPr lang="en-US" sz="1800" u="none" dirty="0">
                <a:latin typeface="+mj-lt"/>
              </a:rPr>
              <a:t>1. On the Android Studio start up menu, click “More Actions” then click “Virtual Device Manager”</a:t>
            </a:r>
            <a:endParaRPr lang="en-US" sz="1800" u="none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1F3F72-BE68-B3F8-806C-CC61753EE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289" y="2367470"/>
            <a:ext cx="5372092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50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F96E9-D756-35B0-9FBD-75BF49ABC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540EC-D971-78D4-6316-F2C88303E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1" y="806450"/>
            <a:ext cx="8812844" cy="1231106"/>
          </a:xfrm>
        </p:spPr>
        <p:txBody>
          <a:bodyPr/>
          <a:lstStyle/>
          <a:p>
            <a:pPr algn="ctr"/>
            <a:r>
              <a:rPr lang="en-US" sz="4000" spc="-10" dirty="0"/>
              <a:t>Testing the Emulator via Android Studio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02B9400-A7E1-BD0D-F71A-0FD585F6E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613" y="1606131"/>
            <a:ext cx="8445500" cy="276999"/>
          </a:xfrm>
        </p:spPr>
        <p:txBody>
          <a:bodyPr/>
          <a:lstStyle/>
          <a:p>
            <a:r>
              <a:rPr lang="en-US" sz="1800" u="none" dirty="0">
                <a:latin typeface="+mj-lt"/>
              </a:rPr>
              <a:t>Run the emulator from Device Manager</a:t>
            </a:r>
            <a:endParaRPr lang="en-US" sz="1800" u="none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58D79F-9F9E-2447-E398-55EC2DEE3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250" y="2254250"/>
            <a:ext cx="6946900" cy="424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8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4F0A0-8E7F-6640-5A76-46D859EB0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68F31-53B9-2AE8-DAF2-27B418B11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1" y="806450"/>
            <a:ext cx="8812844" cy="615553"/>
          </a:xfrm>
        </p:spPr>
        <p:txBody>
          <a:bodyPr/>
          <a:lstStyle/>
          <a:p>
            <a:pPr algn="ctr"/>
            <a:r>
              <a:rPr lang="en-US" sz="4000" spc="-10" dirty="0"/>
              <a:t>Testing the Emulator via VS Code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020E5EF-0080-8071-F798-2F369F58C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613" y="1606131"/>
            <a:ext cx="8445500" cy="276999"/>
          </a:xfrm>
        </p:spPr>
        <p:txBody>
          <a:bodyPr/>
          <a:lstStyle/>
          <a:p>
            <a:r>
              <a:rPr lang="en-US" sz="1800" u="none" dirty="0">
                <a:latin typeface="+mj-lt"/>
              </a:rPr>
              <a:t>x</a:t>
            </a:r>
            <a:endParaRPr lang="en-US" sz="1800" u="none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65050A-CC03-9EDB-9DEE-6DC6C4AA3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50" y="2635250"/>
            <a:ext cx="7327900" cy="422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19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19890-B895-F594-D406-9394FAFB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A8ED-950A-698C-2863-40666BF6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1" y="806450"/>
            <a:ext cx="8812844" cy="615553"/>
          </a:xfrm>
        </p:spPr>
        <p:txBody>
          <a:bodyPr/>
          <a:lstStyle/>
          <a:p>
            <a:pPr algn="ctr"/>
            <a:r>
              <a:rPr lang="en-US" sz="4000" spc="-10" dirty="0"/>
              <a:t>Testing the Emulator via VS Code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6FDAB94-B633-D208-EBAE-4BC86104E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613" y="1606131"/>
            <a:ext cx="8445500" cy="276999"/>
          </a:xfrm>
        </p:spPr>
        <p:txBody>
          <a:bodyPr/>
          <a:lstStyle/>
          <a:p>
            <a:r>
              <a:rPr lang="en-US" sz="1800" u="none" dirty="0">
                <a:latin typeface="+mj-lt"/>
              </a:rPr>
              <a:t>x</a:t>
            </a:r>
            <a:endParaRPr lang="en-US" sz="1800" u="none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E43F0B-0F7D-7DF4-5F78-92A11A3EF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0" y="2482850"/>
            <a:ext cx="7099300" cy="407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800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3C478-4D49-5C90-7466-02FCA347F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61BA0-9F9B-46EF-BD22-FC5542662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1" y="806450"/>
            <a:ext cx="8812844" cy="615553"/>
          </a:xfrm>
        </p:spPr>
        <p:txBody>
          <a:bodyPr/>
          <a:lstStyle/>
          <a:p>
            <a:pPr algn="ctr"/>
            <a:r>
              <a:rPr lang="en-US" sz="4000" spc="-10" dirty="0"/>
              <a:t>Troubleshooting - Flutter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BAC0E3F-C243-E452-62FD-C3B294F5F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613" y="1606131"/>
            <a:ext cx="8445500" cy="166199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800" u="none" dirty="0">
                <a:latin typeface="+mj-lt"/>
              </a:rPr>
              <a:t>To verify environment setup, run the following in the command prompt: </a:t>
            </a:r>
          </a:p>
          <a:p>
            <a:r>
              <a:rPr lang="en-US" sz="1800" u="none" dirty="0">
                <a:latin typeface="+mj-lt"/>
              </a:rPr>
              <a:t>	“flutter doctor”</a:t>
            </a:r>
          </a:p>
          <a:p>
            <a:endParaRPr lang="en-US" sz="1800" u="none" dirty="0">
              <a:latin typeface="+mj-lt"/>
            </a:endParaRPr>
          </a:p>
          <a:p>
            <a:r>
              <a:rPr lang="en-US" sz="1800" u="none" dirty="0">
                <a:latin typeface="+mj-lt"/>
              </a:rPr>
              <a:t>2. If issues appear, follow the suggestions in the output and run them.</a:t>
            </a:r>
          </a:p>
          <a:p>
            <a:endParaRPr lang="en-US" sz="1800" u="none" dirty="0">
              <a:latin typeface="+mj-lt"/>
            </a:endParaRPr>
          </a:p>
          <a:p>
            <a:r>
              <a:rPr lang="en-US" sz="1800" u="none" dirty="0">
                <a:latin typeface="+mj-lt"/>
              </a:rPr>
              <a:t>3. If your environment is ready, your output should look like the following: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843E98-47B2-3287-D404-D40490812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31" y="3610550"/>
            <a:ext cx="9006937" cy="235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50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0355">
              <a:lnSpc>
                <a:spcPct val="100000"/>
              </a:lnSpc>
              <a:spcBef>
                <a:spcPts val="100"/>
              </a:spcBef>
            </a:pPr>
            <a:r>
              <a:rPr sz="4600" dirty="0"/>
              <a:t>A</a:t>
            </a:r>
            <a:r>
              <a:rPr sz="4600" spc="-140" dirty="0"/>
              <a:t> </a:t>
            </a:r>
            <a:r>
              <a:rPr sz="4600" spc="-95" dirty="0"/>
              <a:t>Tour</a:t>
            </a:r>
            <a:r>
              <a:rPr sz="4600" spc="-110" dirty="0"/>
              <a:t> </a:t>
            </a:r>
            <a:r>
              <a:rPr sz="4600" dirty="0"/>
              <a:t>on</a:t>
            </a:r>
            <a:r>
              <a:rPr sz="4600" spc="-110" dirty="0"/>
              <a:t> </a:t>
            </a:r>
            <a:r>
              <a:rPr sz="4600" dirty="0"/>
              <a:t>VS</a:t>
            </a:r>
            <a:r>
              <a:rPr sz="4600" spc="-120" dirty="0"/>
              <a:t> </a:t>
            </a:r>
            <a:r>
              <a:rPr sz="4600" spc="-20" dirty="0"/>
              <a:t>Code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867540" y="1889792"/>
            <a:ext cx="6217285" cy="268033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8285" algn="l"/>
                <a:tab pos="43503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29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Pallet:</a:t>
            </a:r>
            <a:r>
              <a:rPr sz="2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Ctrl</a:t>
            </a:r>
            <a:r>
              <a:rPr sz="2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Shift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endParaRPr sz="29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Copy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code: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Shift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Alt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Arrow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(up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down)</a:t>
            </a:r>
            <a:endParaRPr sz="29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Move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code: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Alt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Arrow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(up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down)</a:t>
            </a:r>
            <a:endParaRPr sz="29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Comment:</a:t>
            </a:r>
            <a:r>
              <a:rPr sz="2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Ctrl</a:t>
            </a:r>
            <a:r>
              <a:rPr sz="2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endParaRPr sz="29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Split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Editor: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Ctrl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Alt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Left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Right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402" y="1591088"/>
            <a:ext cx="8717280" cy="308864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Open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29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Pallete..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Ctrl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Shift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endParaRPr sz="29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Type:</a:t>
            </a:r>
            <a:r>
              <a:rPr sz="29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flutter</a:t>
            </a:r>
            <a:r>
              <a:rPr sz="29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29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2900">
              <a:latin typeface="Calibri"/>
              <a:cs typeface="Calibri"/>
            </a:endParaRPr>
          </a:p>
          <a:p>
            <a:pPr marL="247650" marR="5080" indent="-235585">
              <a:lnSpc>
                <a:spcPts val="3120"/>
              </a:lnSpc>
              <a:spcBef>
                <a:spcPts val="1120"/>
              </a:spcBef>
              <a:buFont typeface="Arial MT"/>
              <a:buChar char="•"/>
              <a:tabLst>
                <a:tab pos="248920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emulator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(from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Code)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(from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Android 	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Studio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(AS)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Avd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Manager)</a:t>
            </a:r>
            <a:endParaRPr sz="29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2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9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2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flutter</a:t>
            </a:r>
            <a:r>
              <a:rPr sz="29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program.</a:t>
            </a:r>
            <a:r>
              <a:rPr sz="2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Press</a:t>
            </a:r>
            <a:r>
              <a:rPr sz="2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Calibri"/>
                <a:cs typeface="Calibri"/>
              </a:rPr>
              <a:t>F5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8430">
              <a:lnSpc>
                <a:spcPct val="100000"/>
              </a:lnSpc>
              <a:spcBef>
                <a:spcPts val="100"/>
              </a:spcBef>
            </a:pPr>
            <a:r>
              <a:rPr sz="4600" spc="-110" dirty="0"/>
              <a:t>Test</a:t>
            </a:r>
            <a:r>
              <a:rPr sz="4600" spc="-120" dirty="0"/>
              <a:t> </a:t>
            </a:r>
            <a:r>
              <a:rPr sz="4600" dirty="0"/>
              <a:t>the</a:t>
            </a:r>
            <a:r>
              <a:rPr sz="4600" spc="-130" dirty="0"/>
              <a:t> </a:t>
            </a:r>
            <a:r>
              <a:rPr sz="4600" spc="-25" dirty="0"/>
              <a:t>Installation</a:t>
            </a:r>
            <a:endParaRPr sz="4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402" y="1591088"/>
            <a:ext cx="8661400" cy="443801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Next,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running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device</a:t>
            </a:r>
            <a:endParaRPr sz="29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Configure</a:t>
            </a:r>
            <a:r>
              <a:rPr sz="29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9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phone</a:t>
            </a:r>
            <a:r>
              <a:rPr sz="29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“Developer</a:t>
            </a:r>
            <a:r>
              <a:rPr sz="2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Mode”</a:t>
            </a:r>
            <a:endParaRPr sz="2900">
              <a:latin typeface="Calibri"/>
              <a:cs typeface="Calibri"/>
            </a:endParaRPr>
          </a:p>
          <a:p>
            <a:pPr marL="485140">
              <a:lnSpc>
                <a:spcPct val="100000"/>
              </a:lnSpc>
              <a:spcBef>
                <a:spcPts val="229"/>
              </a:spcBef>
            </a:pPr>
            <a:r>
              <a:rPr sz="2500" u="heavy" spc="-3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https://developer.android.com/studio/debug/dev-</a:t>
            </a:r>
            <a:r>
              <a:rPr sz="25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options</a:t>
            </a:r>
            <a:r>
              <a:rPr sz="2500" u="heavy" spc="6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 </a:t>
            </a:r>
            <a:endParaRPr sz="25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Connect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phone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Calibri"/>
                <a:cs typeface="Calibri"/>
              </a:rPr>
              <a:t>PC</a:t>
            </a:r>
            <a:endParaRPr sz="29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Choose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phone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29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29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9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flutter</a:t>
            </a:r>
            <a:r>
              <a:rPr sz="2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project.</a:t>
            </a:r>
            <a:r>
              <a:rPr sz="2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Press</a:t>
            </a:r>
            <a:r>
              <a:rPr sz="2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Calibri"/>
                <a:cs typeface="Calibri"/>
              </a:rPr>
              <a:t>F5</a:t>
            </a:r>
            <a:endParaRPr sz="2900">
              <a:latin typeface="Calibri"/>
              <a:cs typeface="Calibri"/>
            </a:endParaRPr>
          </a:p>
          <a:p>
            <a:pPr marL="247650" marR="5080" indent="-235585">
              <a:lnSpc>
                <a:spcPts val="3100"/>
              </a:lnSpc>
              <a:spcBef>
                <a:spcPts val="1140"/>
              </a:spcBef>
              <a:buFont typeface="Arial MT"/>
              <a:buChar char="•"/>
              <a:tabLst>
                <a:tab pos="248920" algn="l"/>
                <a:tab pos="1035685" algn="l"/>
              </a:tabLst>
            </a:pPr>
            <a:r>
              <a:rPr sz="2900" spc="-10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cast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phone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PC,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Calibri"/>
                <a:cs typeface="Calibri"/>
              </a:rPr>
              <a:t>can 	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use: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Letsview</a:t>
            </a:r>
            <a:endParaRPr sz="2900">
              <a:latin typeface="Calibri"/>
              <a:cs typeface="Calibri"/>
            </a:endParaRPr>
          </a:p>
          <a:p>
            <a:pPr marL="485140">
              <a:lnSpc>
                <a:spcPct val="100000"/>
              </a:lnSpc>
              <a:spcBef>
                <a:spcPts val="185"/>
              </a:spcBef>
            </a:pPr>
            <a:r>
              <a:rPr sz="2500" u="heavy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https://youtu.be/HPFhFbw4J-</a:t>
            </a:r>
            <a:r>
              <a:rPr sz="2500" u="heavy" spc="-5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c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8430">
              <a:lnSpc>
                <a:spcPct val="100000"/>
              </a:lnSpc>
              <a:spcBef>
                <a:spcPts val="100"/>
              </a:spcBef>
            </a:pPr>
            <a:r>
              <a:rPr sz="4600" spc="-110" dirty="0"/>
              <a:t>Test</a:t>
            </a:r>
            <a:r>
              <a:rPr sz="4600" spc="-120" dirty="0"/>
              <a:t> </a:t>
            </a:r>
            <a:r>
              <a:rPr sz="4600" dirty="0"/>
              <a:t>the</a:t>
            </a:r>
            <a:r>
              <a:rPr sz="4600" spc="-130" dirty="0"/>
              <a:t> </a:t>
            </a:r>
            <a:r>
              <a:rPr sz="4600" spc="-25" dirty="0"/>
              <a:t>Installation</a:t>
            </a:r>
            <a:endParaRPr sz="4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2932" y="228600"/>
            <a:ext cx="9474835" cy="6134100"/>
            <a:chOff x="602932" y="228600"/>
            <a:chExt cx="9474835" cy="6134100"/>
          </a:xfrm>
        </p:grpSpPr>
        <p:sp>
          <p:nvSpPr>
            <p:cNvPr id="3" name="object 3"/>
            <p:cNvSpPr/>
            <p:nvPr/>
          </p:nvSpPr>
          <p:spPr>
            <a:xfrm>
              <a:off x="609599" y="1480837"/>
              <a:ext cx="9461500" cy="4874895"/>
            </a:xfrm>
            <a:custGeom>
              <a:avLst/>
              <a:gdLst/>
              <a:ahLst/>
              <a:cxnLst/>
              <a:rect l="l" t="t" r="r" b="b"/>
              <a:pathLst>
                <a:path w="9461500" h="4874895">
                  <a:moveTo>
                    <a:pt x="9461500" y="0"/>
                  </a:moveTo>
                  <a:lnTo>
                    <a:pt x="0" y="0"/>
                  </a:lnTo>
                  <a:lnTo>
                    <a:pt x="0" y="4874806"/>
                  </a:lnTo>
                  <a:lnTo>
                    <a:pt x="9461500" y="4874806"/>
                  </a:lnTo>
                  <a:lnTo>
                    <a:pt x="9461500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9599" y="1480837"/>
              <a:ext cx="9461500" cy="4874895"/>
            </a:xfrm>
            <a:custGeom>
              <a:avLst/>
              <a:gdLst/>
              <a:ahLst/>
              <a:cxnLst/>
              <a:rect l="l" t="t" r="r" b="b"/>
              <a:pathLst>
                <a:path w="9461500" h="4874895">
                  <a:moveTo>
                    <a:pt x="0" y="0"/>
                  </a:moveTo>
                  <a:lnTo>
                    <a:pt x="9461499" y="0"/>
                  </a:lnTo>
                  <a:lnTo>
                    <a:pt x="9461499" y="4874806"/>
                  </a:lnTo>
                  <a:lnTo>
                    <a:pt x="0" y="4874806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4680">
              <a:lnSpc>
                <a:spcPct val="100000"/>
              </a:lnSpc>
              <a:spcBef>
                <a:spcPts val="100"/>
              </a:spcBef>
            </a:pPr>
            <a:r>
              <a:rPr sz="4600" dirty="0"/>
              <a:t>A</a:t>
            </a:r>
            <a:r>
              <a:rPr sz="4600" spc="-125" dirty="0"/>
              <a:t> </a:t>
            </a:r>
            <a:r>
              <a:rPr sz="4600" spc="-95" dirty="0"/>
              <a:t>Tour</a:t>
            </a:r>
            <a:r>
              <a:rPr sz="4600" spc="-100" dirty="0"/>
              <a:t> </a:t>
            </a:r>
            <a:r>
              <a:rPr sz="4600" dirty="0"/>
              <a:t>on</a:t>
            </a:r>
            <a:r>
              <a:rPr sz="4600" spc="-100" dirty="0"/>
              <a:t> </a:t>
            </a:r>
            <a:r>
              <a:rPr sz="4600" dirty="0"/>
              <a:t>Git</a:t>
            </a:r>
            <a:r>
              <a:rPr sz="4600" spc="-100" dirty="0"/>
              <a:t> </a:t>
            </a:r>
            <a:r>
              <a:rPr sz="4600" dirty="0"/>
              <a:t>and</a:t>
            </a:r>
            <a:r>
              <a:rPr sz="4600" spc="-100" dirty="0"/>
              <a:t> </a:t>
            </a:r>
            <a:r>
              <a:rPr sz="4600" dirty="0"/>
              <a:t>Git</a:t>
            </a:r>
            <a:r>
              <a:rPr sz="4600" spc="-95" dirty="0"/>
              <a:t> </a:t>
            </a:r>
            <a:r>
              <a:rPr sz="4600" spc="-20" dirty="0"/>
              <a:t>Bash</a:t>
            </a:r>
            <a:endParaRPr sz="46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783" y="1939984"/>
            <a:ext cx="7151132" cy="36765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0262" y="747005"/>
            <a:ext cx="625157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10" dirty="0"/>
              <a:t>Common</a:t>
            </a:r>
            <a:r>
              <a:rPr sz="4600" spc="-180" dirty="0"/>
              <a:t> </a:t>
            </a:r>
            <a:r>
              <a:rPr sz="4600" dirty="0"/>
              <a:t>Unix</a:t>
            </a:r>
            <a:r>
              <a:rPr sz="4600" spc="-165" dirty="0"/>
              <a:t> </a:t>
            </a:r>
            <a:r>
              <a:rPr sz="4600" spc="-10" dirty="0"/>
              <a:t>Commands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691515" y="272167"/>
            <a:ext cx="124015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830E3E"/>
                </a:solidFill>
                <a:latin typeface="Calibri"/>
                <a:cs typeface="Calibri"/>
              </a:rPr>
              <a:t>Git</a:t>
            </a:r>
            <a:r>
              <a:rPr sz="2100" spc="-80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830E3E"/>
                </a:solidFill>
                <a:latin typeface="Calibri"/>
                <a:cs typeface="Calibri"/>
              </a:rPr>
              <a:t>basics</a:t>
            </a:r>
            <a:r>
              <a:rPr sz="2100" spc="-80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830E3E"/>
                </a:solidFill>
                <a:latin typeface="Calibri"/>
                <a:cs typeface="Calibri"/>
              </a:rPr>
              <a:t>»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58417" y="3801821"/>
            <a:ext cx="2277745" cy="419734"/>
          </a:xfrm>
          <a:custGeom>
            <a:avLst/>
            <a:gdLst/>
            <a:ahLst/>
            <a:cxnLst/>
            <a:rect l="l" t="t" r="r" b="b"/>
            <a:pathLst>
              <a:path w="2277745" h="419735">
                <a:moveTo>
                  <a:pt x="2277516" y="0"/>
                </a:moveTo>
                <a:lnTo>
                  <a:pt x="2277516" y="0"/>
                </a:lnTo>
                <a:lnTo>
                  <a:pt x="0" y="0"/>
                </a:lnTo>
                <a:lnTo>
                  <a:pt x="0" y="419290"/>
                </a:lnTo>
                <a:lnTo>
                  <a:pt x="2277516" y="419290"/>
                </a:lnTo>
                <a:lnTo>
                  <a:pt x="2277516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58417" y="4335462"/>
            <a:ext cx="3547745" cy="419734"/>
          </a:xfrm>
          <a:custGeom>
            <a:avLst/>
            <a:gdLst/>
            <a:ahLst/>
            <a:cxnLst/>
            <a:rect l="l" t="t" r="r" b="b"/>
            <a:pathLst>
              <a:path w="3547745" h="419735">
                <a:moveTo>
                  <a:pt x="3547516" y="0"/>
                </a:moveTo>
                <a:lnTo>
                  <a:pt x="3547516" y="0"/>
                </a:lnTo>
                <a:lnTo>
                  <a:pt x="0" y="0"/>
                </a:lnTo>
                <a:lnTo>
                  <a:pt x="0" y="419277"/>
                </a:lnTo>
                <a:lnTo>
                  <a:pt x="3547516" y="419277"/>
                </a:lnTo>
                <a:lnTo>
                  <a:pt x="3547516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25613" y="1629555"/>
            <a:ext cx="449770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Move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directory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out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5613" y="1998329"/>
            <a:ext cx="21653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7215" y="2074158"/>
            <a:ext cx="1141730" cy="3562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425"/>
              </a:lnSpc>
            </a:pP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cd</a:t>
            </a:r>
            <a:r>
              <a:rPr sz="2100" b="1" spc="-9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25" dirty="0">
                <a:solidFill>
                  <a:srgbClr val="FFC000"/>
                </a:solidFill>
                <a:latin typeface="Courier New"/>
                <a:cs typeface="Courier New"/>
              </a:rPr>
              <a:t>c:/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5613" y="2479913"/>
            <a:ext cx="21653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7215" y="2556974"/>
            <a:ext cx="506730" cy="3562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415"/>
              </a:lnSpc>
            </a:pPr>
            <a:r>
              <a:rPr sz="2100" b="1" spc="-45" dirty="0">
                <a:solidFill>
                  <a:srgbClr val="FFC000"/>
                </a:solidFill>
                <a:latin typeface="Courier New"/>
                <a:cs typeface="Courier New"/>
              </a:rPr>
              <a:t>ls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5613" y="3307303"/>
            <a:ext cx="3777615" cy="141859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directory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90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r>
              <a:rPr sz="2900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mkdir</a:t>
            </a:r>
            <a:r>
              <a:rPr sz="2100" b="1" spc="-10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10" dirty="0">
                <a:solidFill>
                  <a:srgbClr val="FFC000"/>
                </a:solidFill>
                <a:latin typeface="Courier New"/>
                <a:cs typeface="Courier New"/>
              </a:rPr>
              <a:t>c:/code</a:t>
            </a:r>
            <a:endParaRPr sz="2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90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r>
              <a:rPr sz="2900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mkdir</a:t>
            </a:r>
            <a:r>
              <a:rPr sz="2100" b="1" spc="-10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20" dirty="0">
                <a:solidFill>
                  <a:srgbClr val="FFC000"/>
                </a:solidFill>
                <a:latin typeface="Courier New"/>
                <a:cs typeface="Courier New"/>
              </a:rPr>
              <a:t>c:/code/flutter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5613" y="4794338"/>
            <a:ext cx="24701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58424" y="4869092"/>
            <a:ext cx="3077845" cy="419734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310"/>
              </a:spcBef>
            </a:pP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cd</a:t>
            </a:r>
            <a:r>
              <a:rPr sz="2100" b="1" spc="-9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20" dirty="0">
                <a:solidFill>
                  <a:srgbClr val="FFC000"/>
                </a:solidFill>
                <a:latin typeface="Courier New"/>
                <a:cs typeface="Courier New"/>
              </a:rPr>
              <a:t>c:/code/flutter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5613" y="5771787"/>
            <a:ext cx="164211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5613" y="6126314"/>
            <a:ext cx="24701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58424" y="6203267"/>
            <a:ext cx="2760345" cy="419734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37465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295"/>
              </a:spcBef>
            </a:pP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touch</a:t>
            </a:r>
            <a:r>
              <a:rPr sz="2100" b="1" spc="-18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10" dirty="0">
                <a:solidFill>
                  <a:srgbClr val="FFC000"/>
                </a:solidFill>
                <a:latin typeface="Courier New"/>
                <a:cs typeface="Courier New"/>
              </a:rPr>
              <a:t>readme.txt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754" y="1618322"/>
            <a:ext cx="7051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distributed</a:t>
            </a:r>
            <a:r>
              <a:rPr sz="2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Versioning</a:t>
            </a:r>
            <a:r>
              <a:rPr sz="29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2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9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(VCS)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5035">
              <a:lnSpc>
                <a:spcPct val="100000"/>
              </a:lnSpc>
              <a:spcBef>
                <a:spcPts val="100"/>
              </a:spcBef>
            </a:pPr>
            <a:r>
              <a:rPr sz="4600" spc="-10" dirty="0"/>
              <a:t>What</a:t>
            </a:r>
            <a:r>
              <a:rPr sz="4600" spc="-125" dirty="0"/>
              <a:t> </a:t>
            </a:r>
            <a:r>
              <a:rPr sz="4600" dirty="0"/>
              <a:t>is</a:t>
            </a:r>
            <a:r>
              <a:rPr sz="4600" spc="-125" dirty="0"/>
              <a:t> </a:t>
            </a:r>
            <a:r>
              <a:rPr sz="4600" dirty="0"/>
              <a:t>GIT</a:t>
            </a:r>
            <a:r>
              <a:rPr sz="4600" spc="-130" dirty="0"/>
              <a:t> </a:t>
            </a:r>
            <a:r>
              <a:rPr sz="4600" spc="-50" dirty="0"/>
              <a:t>?</a:t>
            </a:r>
            <a:endParaRPr sz="4600"/>
          </a:p>
        </p:txBody>
      </p:sp>
      <p:grpSp>
        <p:nvGrpSpPr>
          <p:cNvPr id="4" name="object 4"/>
          <p:cNvGrpSpPr/>
          <p:nvPr/>
        </p:nvGrpSpPr>
        <p:grpSpPr>
          <a:xfrm>
            <a:off x="4470758" y="2658259"/>
            <a:ext cx="1739264" cy="2371090"/>
            <a:chOff x="4470758" y="2658259"/>
            <a:chExt cx="1739264" cy="2371090"/>
          </a:xfrm>
        </p:grpSpPr>
        <p:sp>
          <p:nvSpPr>
            <p:cNvPr id="5" name="object 5"/>
            <p:cNvSpPr/>
            <p:nvPr/>
          </p:nvSpPr>
          <p:spPr>
            <a:xfrm>
              <a:off x="4477425" y="2664927"/>
              <a:ext cx="1725930" cy="2357755"/>
            </a:xfrm>
            <a:custGeom>
              <a:avLst/>
              <a:gdLst/>
              <a:ahLst/>
              <a:cxnLst/>
              <a:rect l="l" t="t" r="r" b="b"/>
              <a:pathLst>
                <a:path w="1725929" h="2357754">
                  <a:moveTo>
                    <a:pt x="862924" y="0"/>
                  </a:moveTo>
                  <a:lnTo>
                    <a:pt x="798523" y="1077"/>
                  </a:lnTo>
                  <a:lnTo>
                    <a:pt x="735407" y="4260"/>
                  </a:lnTo>
                  <a:lnTo>
                    <a:pt x="673744" y="9472"/>
                  </a:lnTo>
                  <a:lnTo>
                    <a:pt x="613700" y="16636"/>
                  </a:lnTo>
                  <a:lnTo>
                    <a:pt x="555442" y="25678"/>
                  </a:lnTo>
                  <a:lnTo>
                    <a:pt x="499137" y="36521"/>
                  </a:lnTo>
                  <a:lnTo>
                    <a:pt x="444951" y="49088"/>
                  </a:lnTo>
                  <a:lnTo>
                    <a:pt x="393052" y="63305"/>
                  </a:lnTo>
                  <a:lnTo>
                    <a:pt x="343607" y="79095"/>
                  </a:lnTo>
                  <a:lnTo>
                    <a:pt x="296782" y="96382"/>
                  </a:lnTo>
                  <a:lnTo>
                    <a:pt x="252744" y="115090"/>
                  </a:lnTo>
                  <a:lnTo>
                    <a:pt x="211660" y="135143"/>
                  </a:lnTo>
                  <a:lnTo>
                    <a:pt x="173697" y="156466"/>
                  </a:lnTo>
                  <a:lnTo>
                    <a:pt x="139022" y="178981"/>
                  </a:lnTo>
                  <a:lnTo>
                    <a:pt x="107801" y="202614"/>
                  </a:lnTo>
                  <a:lnTo>
                    <a:pt x="56391" y="252928"/>
                  </a:lnTo>
                  <a:lnTo>
                    <a:pt x="20801" y="306798"/>
                  </a:lnTo>
                  <a:lnTo>
                    <a:pt x="2366" y="363618"/>
                  </a:lnTo>
                  <a:lnTo>
                    <a:pt x="0" y="392944"/>
                  </a:lnTo>
                  <a:lnTo>
                    <a:pt x="0" y="1964724"/>
                  </a:lnTo>
                  <a:lnTo>
                    <a:pt x="9356" y="2022790"/>
                  </a:lnTo>
                  <a:lnTo>
                    <a:pt x="36535" y="2078212"/>
                  </a:lnTo>
                  <a:lnTo>
                    <a:pt x="80202" y="2130380"/>
                  </a:lnTo>
                  <a:lnTo>
                    <a:pt x="139022" y="2178687"/>
                  </a:lnTo>
                  <a:lnTo>
                    <a:pt x="173697" y="2201202"/>
                  </a:lnTo>
                  <a:lnTo>
                    <a:pt x="211660" y="2222525"/>
                  </a:lnTo>
                  <a:lnTo>
                    <a:pt x="252744" y="2242578"/>
                  </a:lnTo>
                  <a:lnTo>
                    <a:pt x="296782" y="2261286"/>
                  </a:lnTo>
                  <a:lnTo>
                    <a:pt x="343607" y="2278573"/>
                  </a:lnTo>
                  <a:lnTo>
                    <a:pt x="393052" y="2294363"/>
                  </a:lnTo>
                  <a:lnTo>
                    <a:pt x="444951" y="2308580"/>
                  </a:lnTo>
                  <a:lnTo>
                    <a:pt x="499137" y="2321148"/>
                  </a:lnTo>
                  <a:lnTo>
                    <a:pt x="555442" y="2331991"/>
                  </a:lnTo>
                  <a:lnTo>
                    <a:pt x="613700" y="2341032"/>
                  </a:lnTo>
                  <a:lnTo>
                    <a:pt x="673744" y="2348197"/>
                  </a:lnTo>
                  <a:lnTo>
                    <a:pt x="735407" y="2353409"/>
                  </a:lnTo>
                  <a:lnTo>
                    <a:pt x="798523" y="2356592"/>
                  </a:lnTo>
                  <a:lnTo>
                    <a:pt x="862924" y="2357669"/>
                  </a:lnTo>
                  <a:lnTo>
                    <a:pt x="927325" y="2356592"/>
                  </a:lnTo>
                  <a:lnTo>
                    <a:pt x="990440" y="2353409"/>
                  </a:lnTo>
                  <a:lnTo>
                    <a:pt x="1052103" y="2348197"/>
                  </a:lnTo>
                  <a:lnTo>
                    <a:pt x="1112147" y="2341032"/>
                  </a:lnTo>
                  <a:lnTo>
                    <a:pt x="1170405" y="2331991"/>
                  </a:lnTo>
                  <a:lnTo>
                    <a:pt x="1226711" y="2321148"/>
                  </a:lnTo>
                  <a:lnTo>
                    <a:pt x="1280896" y="2308580"/>
                  </a:lnTo>
                  <a:lnTo>
                    <a:pt x="1332795" y="2294363"/>
                  </a:lnTo>
                  <a:lnTo>
                    <a:pt x="1382240" y="2278573"/>
                  </a:lnTo>
                  <a:lnTo>
                    <a:pt x="1429065" y="2261286"/>
                  </a:lnTo>
                  <a:lnTo>
                    <a:pt x="1473103" y="2242578"/>
                  </a:lnTo>
                  <a:lnTo>
                    <a:pt x="1514187" y="2222525"/>
                  </a:lnTo>
                  <a:lnTo>
                    <a:pt x="1552150" y="2201202"/>
                  </a:lnTo>
                  <a:lnTo>
                    <a:pt x="1586826" y="2178687"/>
                  </a:lnTo>
                  <a:lnTo>
                    <a:pt x="1618046" y="2155054"/>
                  </a:lnTo>
                  <a:lnTo>
                    <a:pt x="1669457" y="2104740"/>
                  </a:lnTo>
                  <a:lnTo>
                    <a:pt x="1705047" y="2050870"/>
                  </a:lnTo>
                  <a:lnTo>
                    <a:pt x="1723481" y="1994050"/>
                  </a:lnTo>
                  <a:lnTo>
                    <a:pt x="1725848" y="1964724"/>
                  </a:lnTo>
                  <a:lnTo>
                    <a:pt x="1725848" y="392944"/>
                  </a:lnTo>
                  <a:lnTo>
                    <a:pt x="1716492" y="334877"/>
                  </a:lnTo>
                  <a:lnTo>
                    <a:pt x="1689313" y="279456"/>
                  </a:lnTo>
                  <a:lnTo>
                    <a:pt x="1645646" y="227288"/>
                  </a:lnTo>
                  <a:lnTo>
                    <a:pt x="1586826" y="178981"/>
                  </a:lnTo>
                  <a:lnTo>
                    <a:pt x="1552150" y="156466"/>
                  </a:lnTo>
                  <a:lnTo>
                    <a:pt x="1514187" y="135143"/>
                  </a:lnTo>
                  <a:lnTo>
                    <a:pt x="1473103" y="115090"/>
                  </a:lnTo>
                  <a:lnTo>
                    <a:pt x="1429065" y="96382"/>
                  </a:lnTo>
                  <a:lnTo>
                    <a:pt x="1382240" y="79095"/>
                  </a:lnTo>
                  <a:lnTo>
                    <a:pt x="1332795" y="63305"/>
                  </a:lnTo>
                  <a:lnTo>
                    <a:pt x="1280896" y="49088"/>
                  </a:lnTo>
                  <a:lnTo>
                    <a:pt x="1226711" y="36521"/>
                  </a:lnTo>
                  <a:lnTo>
                    <a:pt x="1170405" y="25678"/>
                  </a:lnTo>
                  <a:lnTo>
                    <a:pt x="1112147" y="16636"/>
                  </a:lnTo>
                  <a:lnTo>
                    <a:pt x="1052103" y="9472"/>
                  </a:lnTo>
                  <a:lnTo>
                    <a:pt x="990440" y="4260"/>
                  </a:lnTo>
                  <a:lnTo>
                    <a:pt x="927325" y="1077"/>
                  </a:lnTo>
                  <a:lnTo>
                    <a:pt x="862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7425" y="2664927"/>
              <a:ext cx="1725930" cy="2357755"/>
            </a:xfrm>
            <a:custGeom>
              <a:avLst/>
              <a:gdLst/>
              <a:ahLst/>
              <a:cxnLst/>
              <a:rect l="l" t="t" r="r" b="b"/>
              <a:pathLst>
                <a:path w="1725929" h="2357754">
                  <a:moveTo>
                    <a:pt x="1725848" y="392944"/>
                  </a:moveTo>
                  <a:lnTo>
                    <a:pt x="1716491" y="451011"/>
                  </a:lnTo>
                  <a:lnTo>
                    <a:pt x="1689312" y="506432"/>
                  </a:lnTo>
                  <a:lnTo>
                    <a:pt x="1645645" y="558600"/>
                  </a:lnTo>
                  <a:lnTo>
                    <a:pt x="1586825" y="606907"/>
                  </a:lnTo>
                  <a:lnTo>
                    <a:pt x="1552150" y="629423"/>
                  </a:lnTo>
                  <a:lnTo>
                    <a:pt x="1514187" y="650745"/>
                  </a:lnTo>
                  <a:lnTo>
                    <a:pt x="1473103" y="670799"/>
                  </a:lnTo>
                  <a:lnTo>
                    <a:pt x="1429065" y="689507"/>
                  </a:lnTo>
                  <a:lnTo>
                    <a:pt x="1382240" y="706794"/>
                  </a:lnTo>
                  <a:lnTo>
                    <a:pt x="1332795" y="722584"/>
                  </a:lnTo>
                  <a:lnTo>
                    <a:pt x="1280896" y="736801"/>
                  </a:lnTo>
                  <a:lnTo>
                    <a:pt x="1226711" y="749368"/>
                  </a:lnTo>
                  <a:lnTo>
                    <a:pt x="1170405" y="760211"/>
                  </a:lnTo>
                  <a:lnTo>
                    <a:pt x="1112147" y="769253"/>
                  </a:lnTo>
                  <a:lnTo>
                    <a:pt x="1052103" y="776417"/>
                  </a:lnTo>
                  <a:lnTo>
                    <a:pt x="990440" y="781629"/>
                  </a:lnTo>
                  <a:lnTo>
                    <a:pt x="927325" y="784812"/>
                  </a:lnTo>
                  <a:lnTo>
                    <a:pt x="862924" y="785890"/>
                  </a:lnTo>
                  <a:lnTo>
                    <a:pt x="798523" y="784812"/>
                  </a:lnTo>
                  <a:lnTo>
                    <a:pt x="735407" y="781629"/>
                  </a:lnTo>
                  <a:lnTo>
                    <a:pt x="673744" y="776417"/>
                  </a:lnTo>
                  <a:lnTo>
                    <a:pt x="613700" y="769253"/>
                  </a:lnTo>
                  <a:lnTo>
                    <a:pt x="555442" y="760211"/>
                  </a:lnTo>
                  <a:lnTo>
                    <a:pt x="499137" y="749368"/>
                  </a:lnTo>
                  <a:lnTo>
                    <a:pt x="444951" y="736801"/>
                  </a:lnTo>
                  <a:lnTo>
                    <a:pt x="393052" y="722584"/>
                  </a:lnTo>
                  <a:lnTo>
                    <a:pt x="343607" y="706794"/>
                  </a:lnTo>
                  <a:lnTo>
                    <a:pt x="296782" y="689507"/>
                  </a:lnTo>
                  <a:lnTo>
                    <a:pt x="252744" y="670799"/>
                  </a:lnTo>
                  <a:lnTo>
                    <a:pt x="211660" y="650745"/>
                  </a:lnTo>
                  <a:lnTo>
                    <a:pt x="173697" y="629423"/>
                  </a:lnTo>
                  <a:lnTo>
                    <a:pt x="139022" y="606907"/>
                  </a:lnTo>
                  <a:lnTo>
                    <a:pt x="107801" y="583274"/>
                  </a:lnTo>
                  <a:lnTo>
                    <a:pt x="56391" y="532961"/>
                  </a:lnTo>
                  <a:lnTo>
                    <a:pt x="20801" y="479090"/>
                  </a:lnTo>
                  <a:lnTo>
                    <a:pt x="2366" y="422270"/>
                  </a:lnTo>
                  <a:lnTo>
                    <a:pt x="0" y="392944"/>
                  </a:lnTo>
                </a:path>
                <a:path w="1725929" h="2357754">
                  <a:moveTo>
                    <a:pt x="0" y="392944"/>
                  </a:moveTo>
                  <a:lnTo>
                    <a:pt x="9356" y="334878"/>
                  </a:lnTo>
                  <a:lnTo>
                    <a:pt x="36535" y="279457"/>
                  </a:lnTo>
                  <a:lnTo>
                    <a:pt x="80202" y="227289"/>
                  </a:lnTo>
                  <a:lnTo>
                    <a:pt x="139022" y="178982"/>
                  </a:lnTo>
                  <a:lnTo>
                    <a:pt x="173697" y="156466"/>
                  </a:lnTo>
                  <a:lnTo>
                    <a:pt x="211660" y="135144"/>
                  </a:lnTo>
                  <a:lnTo>
                    <a:pt x="252744" y="115090"/>
                  </a:lnTo>
                  <a:lnTo>
                    <a:pt x="296782" y="96382"/>
                  </a:lnTo>
                  <a:lnTo>
                    <a:pt x="343607" y="79095"/>
                  </a:lnTo>
                  <a:lnTo>
                    <a:pt x="393052" y="63305"/>
                  </a:lnTo>
                  <a:lnTo>
                    <a:pt x="444951" y="49089"/>
                  </a:lnTo>
                  <a:lnTo>
                    <a:pt x="499137" y="36521"/>
                  </a:lnTo>
                  <a:lnTo>
                    <a:pt x="555442" y="25678"/>
                  </a:lnTo>
                  <a:lnTo>
                    <a:pt x="613700" y="16636"/>
                  </a:lnTo>
                  <a:lnTo>
                    <a:pt x="673744" y="9472"/>
                  </a:lnTo>
                  <a:lnTo>
                    <a:pt x="735407" y="4260"/>
                  </a:lnTo>
                  <a:lnTo>
                    <a:pt x="798523" y="1077"/>
                  </a:lnTo>
                  <a:lnTo>
                    <a:pt x="862924" y="0"/>
                  </a:lnTo>
                  <a:lnTo>
                    <a:pt x="927325" y="1077"/>
                  </a:lnTo>
                  <a:lnTo>
                    <a:pt x="990440" y="4260"/>
                  </a:lnTo>
                  <a:lnTo>
                    <a:pt x="1052103" y="9472"/>
                  </a:lnTo>
                  <a:lnTo>
                    <a:pt x="1112147" y="16636"/>
                  </a:lnTo>
                  <a:lnTo>
                    <a:pt x="1170405" y="25678"/>
                  </a:lnTo>
                  <a:lnTo>
                    <a:pt x="1226711" y="36521"/>
                  </a:lnTo>
                  <a:lnTo>
                    <a:pt x="1280896" y="49089"/>
                  </a:lnTo>
                  <a:lnTo>
                    <a:pt x="1332795" y="63305"/>
                  </a:lnTo>
                  <a:lnTo>
                    <a:pt x="1382240" y="79095"/>
                  </a:lnTo>
                  <a:lnTo>
                    <a:pt x="1429065" y="96382"/>
                  </a:lnTo>
                  <a:lnTo>
                    <a:pt x="1473103" y="115090"/>
                  </a:lnTo>
                  <a:lnTo>
                    <a:pt x="1514187" y="135144"/>
                  </a:lnTo>
                  <a:lnTo>
                    <a:pt x="1552150" y="156466"/>
                  </a:lnTo>
                  <a:lnTo>
                    <a:pt x="1586825" y="178982"/>
                  </a:lnTo>
                  <a:lnTo>
                    <a:pt x="1618046" y="202615"/>
                  </a:lnTo>
                  <a:lnTo>
                    <a:pt x="1669456" y="252928"/>
                  </a:lnTo>
                  <a:lnTo>
                    <a:pt x="1705046" y="306799"/>
                  </a:lnTo>
                  <a:lnTo>
                    <a:pt x="1723481" y="363619"/>
                  </a:lnTo>
                  <a:lnTo>
                    <a:pt x="1725848" y="392944"/>
                  </a:lnTo>
                  <a:lnTo>
                    <a:pt x="1725848" y="1964725"/>
                  </a:lnTo>
                  <a:lnTo>
                    <a:pt x="1716491" y="2022791"/>
                  </a:lnTo>
                  <a:lnTo>
                    <a:pt x="1689312" y="2078213"/>
                  </a:lnTo>
                  <a:lnTo>
                    <a:pt x="1645645" y="2130381"/>
                  </a:lnTo>
                  <a:lnTo>
                    <a:pt x="1586825" y="2178687"/>
                  </a:lnTo>
                  <a:lnTo>
                    <a:pt x="1552150" y="2201203"/>
                  </a:lnTo>
                  <a:lnTo>
                    <a:pt x="1514187" y="2222526"/>
                  </a:lnTo>
                  <a:lnTo>
                    <a:pt x="1473103" y="2242579"/>
                  </a:lnTo>
                  <a:lnTo>
                    <a:pt x="1429065" y="2261287"/>
                  </a:lnTo>
                  <a:lnTo>
                    <a:pt x="1382240" y="2278574"/>
                  </a:lnTo>
                  <a:lnTo>
                    <a:pt x="1332795" y="2294364"/>
                  </a:lnTo>
                  <a:lnTo>
                    <a:pt x="1280896" y="2308581"/>
                  </a:lnTo>
                  <a:lnTo>
                    <a:pt x="1226711" y="2321149"/>
                  </a:lnTo>
                  <a:lnTo>
                    <a:pt x="1170405" y="2331991"/>
                  </a:lnTo>
                  <a:lnTo>
                    <a:pt x="1112147" y="2341033"/>
                  </a:lnTo>
                  <a:lnTo>
                    <a:pt x="1052103" y="2348198"/>
                  </a:lnTo>
                  <a:lnTo>
                    <a:pt x="990440" y="2353409"/>
                  </a:lnTo>
                  <a:lnTo>
                    <a:pt x="927325" y="2356592"/>
                  </a:lnTo>
                  <a:lnTo>
                    <a:pt x="862924" y="2357670"/>
                  </a:lnTo>
                  <a:lnTo>
                    <a:pt x="798523" y="2356592"/>
                  </a:lnTo>
                  <a:lnTo>
                    <a:pt x="735407" y="2353409"/>
                  </a:lnTo>
                  <a:lnTo>
                    <a:pt x="673744" y="2348198"/>
                  </a:lnTo>
                  <a:lnTo>
                    <a:pt x="613700" y="2341033"/>
                  </a:lnTo>
                  <a:lnTo>
                    <a:pt x="555442" y="2331991"/>
                  </a:lnTo>
                  <a:lnTo>
                    <a:pt x="499137" y="2321149"/>
                  </a:lnTo>
                  <a:lnTo>
                    <a:pt x="444951" y="2308581"/>
                  </a:lnTo>
                  <a:lnTo>
                    <a:pt x="393052" y="2294364"/>
                  </a:lnTo>
                  <a:lnTo>
                    <a:pt x="343607" y="2278574"/>
                  </a:lnTo>
                  <a:lnTo>
                    <a:pt x="296782" y="2261287"/>
                  </a:lnTo>
                  <a:lnTo>
                    <a:pt x="252744" y="2242579"/>
                  </a:lnTo>
                  <a:lnTo>
                    <a:pt x="211660" y="2222526"/>
                  </a:lnTo>
                  <a:lnTo>
                    <a:pt x="173697" y="2201203"/>
                  </a:lnTo>
                  <a:lnTo>
                    <a:pt x="139022" y="2178687"/>
                  </a:lnTo>
                  <a:lnTo>
                    <a:pt x="107801" y="2155055"/>
                  </a:lnTo>
                  <a:lnTo>
                    <a:pt x="56391" y="2104741"/>
                  </a:lnTo>
                  <a:lnTo>
                    <a:pt x="20801" y="2050871"/>
                  </a:lnTo>
                  <a:lnTo>
                    <a:pt x="2366" y="1994051"/>
                  </a:lnTo>
                  <a:lnTo>
                    <a:pt x="0" y="1964725"/>
                  </a:lnTo>
                  <a:lnTo>
                    <a:pt x="0" y="392944"/>
                  </a:lnTo>
                  <a:close/>
                </a:path>
              </a:pathLst>
            </a:custGeom>
            <a:ln w="13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637683" y="3461403"/>
            <a:ext cx="1405890" cy="11360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75260" marR="165100" indent="144780">
              <a:lnSpc>
                <a:spcPts val="2210"/>
              </a:lnSpc>
              <a:spcBef>
                <a:spcPts val="229"/>
              </a:spcBef>
            </a:pPr>
            <a:r>
              <a:rPr sz="1900" b="1" spc="-10" dirty="0">
                <a:latin typeface="Calibri"/>
                <a:cs typeface="Calibri"/>
              </a:rPr>
              <a:t>Remote </a:t>
            </a:r>
            <a:r>
              <a:rPr sz="1900" b="1" spc="-35" dirty="0">
                <a:latin typeface="Calibri"/>
                <a:cs typeface="Calibri"/>
              </a:rPr>
              <a:t>Repository</a:t>
            </a:r>
            <a:endParaRPr sz="1900">
              <a:latin typeface="Calibri"/>
              <a:cs typeface="Calibri"/>
            </a:endParaRPr>
          </a:p>
          <a:p>
            <a:pPr marL="12700" marR="5080" indent="184785">
              <a:lnSpc>
                <a:spcPts val="1989"/>
              </a:lnSpc>
              <a:spcBef>
                <a:spcPts val="270"/>
              </a:spcBef>
            </a:pPr>
            <a:r>
              <a:rPr sz="1900" dirty="0">
                <a:latin typeface="Calibri"/>
                <a:cs typeface="Calibri"/>
              </a:rPr>
              <a:t>e.g.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700" i="1" spc="-10" dirty="0">
                <a:latin typeface="Calibri"/>
                <a:cs typeface="Calibri"/>
              </a:rPr>
              <a:t>github, </a:t>
            </a:r>
            <a:r>
              <a:rPr sz="1700" i="1" spc="-35" dirty="0">
                <a:latin typeface="Calibri"/>
                <a:cs typeface="Calibri"/>
              </a:rPr>
              <a:t>bitbucket,</a:t>
            </a:r>
            <a:r>
              <a:rPr sz="1700" i="1" dirty="0">
                <a:latin typeface="Calibri"/>
                <a:cs typeface="Calibri"/>
              </a:rPr>
              <a:t> </a:t>
            </a:r>
            <a:r>
              <a:rPr sz="1700" i="1" spc="-20" dirty="0">
                <a:latin typeface="Calibri"/>
                <a:cs typeface="Calibri"/>
              </a:rPr>
              <a:t>gitlab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05078" y="2459984"/>
            <a:ext cx="1647189" cy="1261110"/>
            <a:chOff x="1405078" y="2459984"/>
            <a:chExt cx="1647189" cy="1261110"/>
          </a:xfrm>
        </p:grpSpPr>
        <p:sp>
          <p:nvSpPr>
            <p:cNvPr id="9" name="object 9"/>
            <p:cNvSpPr/>
            <p:nvPr/>
          </p:nvSpPr>
          <p:spPr>
            <a:xfrm>
              <a:off x="1411745" y="2466652"/>
              <a:ext cx="1633855" cy="1247775"/>
            </a:xfrm>
            <a:custGeom>
              <a:avLst/>
              <a:gdLst/>
              <a:ahLst/>
              <a:cxnLst/>
              <a:rect l="l" t="t" r="r" b="b"/>
              <a:pathLst>
                <a:path w="1633855" h="1247775">
                  <a:moveTo>
                    <a:pt x="1406086" y="212716"/>
                  </a:moveTo>
                  <a:lnTo>
                    <a:pt x="0" y="212716"/>
                  </a:lnTo>
                  <a:lnTo>
                    <a:pt x="0" y="1202898"/>
                  </a:lnTo>
                  <a:lnTo>
                    <a:pt x="60247" y="1215770"/>
                  </a:lnTo>
                  <a:lnTo>
                    <a:pt x="117060" y="1226277"/>
                  </a:lnTo>
                  <a:lnTo>
                    <a:pt x="170654" y="1234540"/>
                  </a:lnTo>
                  <a:lnTo>
                    <a:pt x="221242" y="1240682"/>
                  </a:lnTo>
                  <a:lnTo>
                    <a:pt x="269039" y="1244824"/>
                  </a:lnTo>
                  <a:lnTo>
                    <a:pt x="314260" y="1247088"/>
                  </a:lnTo>
                  <a:lnTo>
                    <a:pt x="357120" y="1247596"/>
                  </a:lnTo>
                  <a:lnTo>
                    <a:pt x="397834" y="1246470"/>
                  </a:lnTo>
                  <a:lnTo>
                    <a:pt x="436615" y="1243832"/>
                  </a:lnTo>
                  <a:lnTo>
                    <a:pt x="509022" y="1234540"/>
                  </a:lnTo>
                  <a:lnTo>
                    <a:pt x="576713" y="1220599"/>
                  </a:lnTo>
                  <a:lnTo>
                    <a:pt x="640751" y="1203081"/>
                  </a:lnTo>
                  <a:lnTo>
                    <a:pt x="703071" y="1182929"/>
                  </a:lnTo>
                  <a:lnTo>
                    <a:pt x="829426" y="1138625"/>
                  </a:lnTo>
                  <a:lnTo>
                    <a:pt x="862624" y="1127427"/>
                  </a:lnTo>
                  <a:lnTo>
                    <a:pt x="932453" y="1105739"/>
                  </a:lnTo>
                  <a:lnTo>
                    <a:pt x="969514" y="1095492"/>
                  </a:lnTo>
                  <a:lnTo>
                    <a:pt x="1008292" y="1085806"/>
                  </a:lnTo>
                  <a:lnTo>
                    <a:pt x="1049002" y="1076803"/>
                  </a:lnTo>
                  <a:lnTo>
                    <a:pt x="1091858" y="1068605"/>
                  </a:lnTo>
                  <a:lnTo>
                    <a:pt x="1137075" y="1061333"/>
                  </a:lnTo>
                  <a:lnTo>
                    <a:pt x="1184868" y="1055111"/>
                  </a:lnTo>
                  <a:lnTo>
                    <a:pt x="1235450" y="1050058"/>
                  </a:lnTo>
                  <a:lnTo>
                    <a:pt x="1289038" y="1046299"/>
                  </a:lnTo>
                  <a:lnTo>
                    <a:pt x="1345845" y="1043953"/>
                  </a:lnTo>
                  <a:lnTo>
                    <a:pt x="1406086" y="1043144"/>
                  </a:lnTo>
                  <a:lnTo>
                    <a:pt x="1406086" y="212716"/>
                  </a:lnTo>
                  <a:close/>
                </a:path>
                <a:path w="1633855" h="1247775">
                  <a:moveTo>
                    <a:pt x="1512327" y="105055"/>
                  </a:moveTo>
                  <a:lnTo>
                    <a:pt x="115844" y="105055"/>
                  </a:lnTo>
                  <a:lnTo>
                    <a:pt x="115844" y="212716"/>
                  </a:lnTo>
                  <a:lnTo>
                    <a:pt x="1406086" y="212716"/>
                  </a:lnTo>
                  <a:lnTo>
                    <a:pt x="1406086" y="946481"/>
                  </a:lnTo>
                  <a:lnTo>
                    <a:pt x="1415222" y="945577"/>
                  </a:lnTo>
                  <a:lnTo>
                    <a:pt x="1439301" y="943587"/>
                  </a:lnTo>
                  <a:lnTo>
                    <a:pt x="1473333" y="941598"/>
                  </a:lnTo>
                  <a:lnTo>
                    <a:pt x="1512327" y="940694"/>
                  </a:lnTo>
                  <a:lnTo>
                    <a:pt x="1512327" y="105055"/>
                  </a:lnTo>
                  <a:close/>
                </a:path>
                <a:path w="1633855" h="1247775">
                  <a:moveTo>
                    <a:pt x="1633313" y="0"/>
                  </a:moveTo>
                  <a:lnTo>
                    <a:pt x="224731" y="0"/>
                  </a:lnTo>
                  <a:lnTo>
                    <a:pt x="224731" y="105055"/>
                  </a:lnTo>
                  <a:lnTo>
                    <a:pt x="1512327" y="105055"/>
                  </a:lnTo>
                  <a:lnTo>
                    <a:pt x="1512327" y="837374"/>
                  </a:lnTo>
                  <a:lnTo>
                    <a:pt x="1522724" y="836696"/>
                  </a:lnTo>
                  <a:lnTo>
                    <a:pt x="1550135" y="835204"/>
                  </a:lnTo>
                  <a:lnTo>
                    <a:pt x="1588888" y="833711"/>
                  </a:lnTo>
                  <a:lnTo>
                    <a:pt x="1633313" y="833033"/>
                  </a:lnTo>
                  <a:lnTo>
                    <a:pt x="16333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11745" y="2466652"/>
              <a:ext cx="1633855" cy="1247775"/>
            </a:xfrm>
            <a:custGeom>
              <a:avLst/>
              <a:gdLst/>
              <a:ahLst/>
              <a:cxnLst/>
              <a:rect l="l" t="t" r="r" b="b"/>
              <a:pathLst>
                <a:path w="1633855" h="1247775">
                  <a:moveTo>
                    <a:pt x="0" y="212715"/>
                  </a:moveTo>
                  <a:lnTo>
                    <a:pt x="1406087" y="212715"/>
                  </a:lnTo>
                  <a:lnTo>
                    <a:pt x="1406087" y="1043143"/>
                  </a:lnTo>
                  <a:lnTo>
                    <a:pt x="1345845" y="1043952"/>
                  </a:lnTo>
                  <a:lnTo>
                    <a:pt x="1289038" y="1046297"/>
                  </a:lnTo>
                  <a:lnTo>
                    <a:pt x="1235451" y="1050057"/>
                  </a:lnTo>
                  <a:lnTo>
                    <a:pt x="1184868" y="1055109"/>
                  </a:lnTo>
                  <a:lnTo>
                    <a:pt x="1137075" y="1061332"/>
                  </a:lnTo>
                  <a:lnTo>
                    <a:pt x="1091858" y="1068604"/>
                  </a:lnTo>
                  <a:lnTo>
                    <a:pt x="1049002" y="1076802"/>
                  </a:lnTo>
                  <a:lnTo>
                    <a:pt x="1008293" y="1085805"/>
                  </a:lnTo>
                  <a:lnTo>
                    <a:pt x="969515" y="1095491"/>
                  </a:lnTo>
                  <a:lnTo>
                    <a:pt x="932454" y="1105738"/>
                  </a:lnTo>
                  <a:lnTo>
                    <a:pt x="862624" y="1127426"/>
                  </a:lnTo>
                  <a:lnTo>
                    <a:pt x="797086" y="1149895"/>
                  </a:lnTo>
                  <a:lnTo>
                    <a:pt x="765390" y="1161117"/>
                  </a:lnTo>
                  <a:lnTo>
                    <a:pt x="734124" y="1172169"/>
                  </a:lnTo>
                  <a:lnTo>
                    <a:pt x="672019" y="1193272"/>
                  </a:lnTo>
                  <a:lnTo>
                    <a:pt x="609055" y="1212229"/>
                  </a:lnTo>
                  <a:lnTo>
                    <a:pt x="543514" y="1228065"/>
                  </a:lnTo>
                  <a:lnTo>
                    <a:pt x="473679" y="1239803"/>
                  </a:lnTo>
                  <a:lnTo>
                    <a:pt x="397834" y="1246469"/>
                  </a:lnTo>
                  <a:lnTo>
                    <a:pt x="357121" y="1247595"/>
                  </a:lnTo>
                  <a:lnTo>
                    <a:pt x="314260" y="1247087"/>
                  </a:lnTo>
                  <a:lnTo>
                    <a:pt x="269039" y="1244823"/>
                  </a:lnTo>
                  <a:lnTo>
                    <a:pt x="221242" y="1240681"/>
                  </a:lnTo>
                  <a:lnTo>
                    <a:pt x="170654" y="1234540"/>
                  </a:lnTo>
                  <a:lnTo>
                    <a:pt x="117060" y="1226276"/>
                  </a:lnTo>
                  <a:lnTo>
                    <a:pt x="60247" y="1215770"/>
                  </a:lnTo>
                  <a:lnTo>
                    <a:pt x="0" y="1202897"/>
                  </a:lnTo>
                  <a:lnTo>
                    <a:pt x="0" y="212715"/>
                  </a:lnTo>
                  <a:close/>
                </a:path>
                <a:path w="1633855" h="1247775">
                  <a:moveTo>
                    <a:pt x="115844" y="212715"/>
                  </a:moveTo>
                  <a:lnTo>
                    <a:pt x="115844" y="105055"/>
                  </a:lnTo>
                  <a:lnTo>
                    <a:pt x="1512328" y="105055"/>
                  </a:lnTo>
                  <a:lnTo>
                    <a:pt x="1512328" y="940693"/>
                  </a:lnTo>
                  <a:lnTo>
                    <a:pt x="1473333" y="941597"/>
                  </a:lnTo>
                  <a:lnTo>
                    <a:pt x="1439301" y="943587"/>
                  </a:lnTo>
                  <a:lnTo>
                    <a:pt x="1415222" y="945577"/>
                  </a:lnTo>
                  <a:lnTo>
                    <a:pt x="1406087" y="946481"/>
                  </a:lnTo>
                </a:path>
                <a:path w="1633855" h="1247775">
                  <a:moveTo>
                    <a:pt x="224731" y="105055"/>
                  </a:moveTo>
                  <a:lnTo>
                    <a:pt x="224731" y="0"/>
                  </a:lnTo>
                  <a:lnTo>
                    <a:pt x="1633314" y="0"/>
                  </a:lnTo>
                  <a:lnTo>
                    <a:pt x="1633314" y="833033"/>
                  </a:lnTo>
                  <a:lnTo>
                    <a:pt x="1588889" y="833711"/>
                  </a:lnTo>
                  <a:lnTo>
                    <a:pt x="1550136" y="835204"/>
                  </a:lnTo>
                  <a:lnTo>
                    <a:pt x="1522725" y="836696"/>
                  </a:lnTo>
                  <a:lnTo>
                    <a:pt x="1512328" y="837374"/>
                  </a:lnTo>
                </a:path>
              </a:pathLst>
            </a:custGeom>
            <a:ln w="13143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01349" y="2770534"/>
            <a:ext cx="1229995" cy="53784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378460">
              <a:lnSpc>
                <a:spcPts val="1989"/>
              </a:lnSpc>
              <a:spcBef>
                <a:spcPts val="204"/>
              </a:spcBef>
            </a:pPr>
            <a:r>
              <a:rPr sz="1700" b="1" spc="-10" dirty="0">
                <a:latin typeface="Calibri"/>
                <a:cs typeface="Calibri"/>
              </a:rPr>
              <a:t>Local </a:t>
            </a:r>
            <a:r>
              <a:rPr sz="1700" b="1" spc="-25" dirty="0">
                <a:latin typeface="Calibri"/>
                <a:cs typeface="Calibri"/>
              </a:rPr>
              <a:t>Repository</a:t>
            </a:r>
            <a:r>
              <a:rPr sz="1700" b="1" spc="-40" dirty="0">
                <a:latin typeface="Calibri"/>
                <a:cs typeface="Calibri"/>
              </a:rPr>
              <a:t> </a:t>
            </a:r>
            <a:r>
              <a:rPr sz="1700" b="1" spc="-25" dirty="0">
                <a:latin typeface="Calibri"/>
                <a:cs typeface="Calibri"/>
              </a:rPr>
              <a:t>#1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05078" y="3091775"/>
            <a:ext cx="3072765" cy="2924810"/>
            <a:chOff x="1405078" y="3091775"/>
            <a:chExt cx="3072765" cy="2924810"/>
          </a:xfrm>
        </p:grpSpPr>
        <p:sp>
          <p:nvSpPr>
            <p:cNvPr id="13" name="object 13"/>
            <p:cNvSpPr/>
            <p:nvPr/>
          </p:nvSpPr>
          <p:spPr>
            <a:xfrm>
              <a:off x="1411744" y="3091776"/>
              <a:ext cx="3065780" cy="2918460"/>
            </a:xfrm>
            <a:custGeom>
              <a:avLst/>
              <a:gdLst/>
              <a:ahLst/>
              <a:cxnLst/>
              <a:rect l="l" t="t" r="r" b="b"/>
              <a:pathLst>
                <a:path w="3065779" h="2918460">
                  <a:moveTo>
                    <a:pt x="1633308" y="1670519"/>
                  </a:moveTo>
                  <a:lnTo>
                    <a:pt x="224726" y="1670519"/>
                  </a:lnTo>
                  <a:lnTo>
                    <a:pt x="224726" y="1775574"/>
                  </a:lnTo>
                  <a:lnTo>
                    <a:pt x="115836" y="1775574"/>
                  </a:lnTo>
                  <a:lnTo>
                    <a:pt x="115836" y="1883232"/>
                  </a:lnTo>
                  <a:lnTo>
                    <a:pt x="0" y="1883232"/>
                  </a:lnTo>
                  <a:lnTo>
                    <a:pt x="0" y="2873413"/>
                  </a:lnTo>
                  <a:lnTo>
                    <a:pt x="60248" y="2886291"/>
                  </a:lnTo>
                  <a:lnTo>
                    <a:pt x="117055" y="2896793"/>
                  </a:lnTo>
                  <a:lnTo>
                    <a:pt x="170649" y="2905061"/>
                  </a:lnTo>
                  <a:lnTo>
                    <a:pt x="221234" y="2911195"/>
                  </a:lnTo>
                  <a:lnTo>
                    <a:pt x="269036" y="2915335"/>
                  </a:lnTo>
                  <a:lnTo>
                    <a:pt x="314261" y="2917609"/>
                  </a:lnTo>
                  <a:lnTo>
                    <a:pt x="357111" y="2918117"/>
                  </a:lnTo>
                  <a:lnTo>
                    <a:pt x="397827" y="2916986"/>
                  </a:lnTo>
                  <a:lnTo>
                    <a:pt x="436613" y="2914345"/>
                  </a:lnTo>
                  <a:lnTo>
                    <a:pt x="509016" y="2905061"/>
                  </a:lnTo>
                  <a:lnTo>
                    <a:pt x="576707" y="2891117"/>
                  </a:lnTo>
                  <a:lnTo>
                    <a:pt x="640740" y="2873591"/>
                  </a:lnTo>
                  <a:lnTo>
                    <a:pt x="703072" y="2853448"/>
                  </a:lnTo>
                  <a:lnTo>
                    <a:pt x="829424" y="2809138"/>
                  </a:lnTo>
                  <a:lnTo>
                    <a:pt x="862622" y="2797937"/>
                  </a:lnTo>
                  <a:lnTo>
                    <a:pt x="932446" y="2776258"/>
                  </a:lnTo>
                  <a:lnTo>
                    <a:pt x="969505" y="2766009"/>
                  </a:lnTo>
                  <a:lnTo>
                    <a:pt x="1008291" y="2756319"/>
                  </a:lnTo>
                  <a:lnTo>
                    <a:pt x="1048994" y="2747314"/>
                  </a:lnTo>
                  <a:lnTo>
                    <a:pt x="1091857" y="2739123"/>
                  </a:lnTo>
                  <a:lnTo>
                    <a:pt x="1137069" y="2731846"/>
                  </a:lnTo>
                  <a:lnTo>
                    <a:pt x="1184859" y="2725623"/>
                  </a:lnTo>
                  <a:lnTo>
                    <a:pt x="1235443" y="2720568"/>
                  </a:lnTo>
                  <a:lnTo>
                    <a:pt x="1289037" y="2716809"/>
                  </a:lnTo>
                  <a:lnTo>
                    <a:pt x="1345844" y="2714472"/>
                  </a:lnTo>
                  <a:lnTo>
                    <a:pt x="1406080" y="2713659"/>
                  </a:lnTo>
                  <a:lnTo>
                    <a:pt x="1406080" y="2617000"/>
                  </a:lnTo>
                  <a:lnTo>
                    <a:pt x="1415211" y="2616098"/>
                  </a:lnTo>
                  <a:lnTo>
                    <a:pt x="1439291" y="2614104"/>
                  </a:lnTo>
                  <a:lnTo>
                    <a:pt x="1473327" y="2612110"/>
                  </a:lnTo>
                  <a:lnTo>
                    <a:pt x="1512328" y="2611209"/>
                  </a:lnTo>
                  <a:lnTo>
                    <a:pt x="1512328" y="2507894"/>
                  </a:lnTo>
                  <a:lnTo>
                    <a:pt x="1522717" y="2507208"/>
                  </a:lnTo>
                  <a:lnTo>
                    <a:pt x="1550136" y="2505722"/>
                  </a:lnTo>
                  <a:lnTo>
                    <a:pt x="1588884" y="2504224"/>
                  </a:lnTo>
                  <a:lnTo>
                    <a:pt x="1633308" y="2503551"/>
                  </a:lnTo>
                  <a:lnTo>
                    <a:pt x="1633308" y="1670519"/>
                  </a:lnTo>
                  <a:close/>
                </a:path>
                <a:path w="3065779" h="2918460">
                  <a:moveTo>
                    <a:pt x="3065678" y="751992"/>
                  </a:moveTo>
                  <a:lnTo>
                    <a:pt x="3024873" y="695286"/>
                  </a:lnTo>
                  <a:lnTo>
                    <a:pt x="2911183" y="537260"/>
                  </a:lnTo>
                  <a:lnTo>
                    <a:pt x="2874543" y="607110"/>
                  </a:lnTo>
                  <a:lnTo>
                    <a:pt x="1861083" y="75044"/>
                  </a:lnTo>
                  <a:lnTo>
                    <a:pt x="1870684" y="56718"/>
                  </a:lnTo>
                  <a:lnTo>
                    <a:pt x="1897710" y="5194"/>
                  </a:lnTo>
                  <a:lnTo>
                    <a:pt x="1633308" y="0"/>
                  </a:lnTo>
                  <a:lnTo>
                    <a:pt x="1787804" y="214731"/>
                  </a:lnTo>
                  <a:lnTo>
                    <a:pt x="1824443" y="144894"/>
                  </a:lnTo>
                  <a:lnTo>
                    <a:pt x="2837904" y="676960"/>
                  </a:lnTo>
                  <a:lnTo>
                    <a:pt x="2801264" y="746798"/>
                  </a:lnTo>
                  <a:lnTo>
                    <a:pt x="3065678" y="7519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11745" y="4762286"/>
              <a:ext cx="1633855" cy="1247775"/>
            </a:xfrm>
            <a:custGeom>
              <a:avLst/>
              <a:gdLst/>
              <a:ahLst/>
              <a:cxnLst/>
              <a:rect l="l" t="t" r="r" b="b"/>
              <a:pathLst>
                <a:path w="1633855" h="1247775">
                  <a:moveTo>
                    <a:pt x="0" y="212715"/>
                  </a:moveTo>
                  <a:lnTo>
                    <a:pt x="1406087" y="212715"/>
                  </a:lnTo>
                  <a:lnTo>
                    <a:pt x="1406087" y="1043143"/>
                  </a:lnTo>
                  <a:lnTo>
                    <a:pt x="1345845" y="1043952"/>
                  </a:lnTo>
                  <a:lnTo>
                    <a:pt x="1289038" y="1046297"/>
                  </a:lnTo>
                  <a:lnTo>
                    <a:pt x="1235451" y="1050057"/>
                  </a:lnTo>
                  <a:lnTo>
                    <a:pt x="1184868" y="1055109"/>
                  </a:lnTo>
                  <a:lnTo>
                    <a:pt x="1137075" y="1061332"/>
                  </a:lnTo>
                  <a:lnTo>
                    <a:pt x="1091858" y="1068604"/>
                  </a:lnTo>
                  <a:lnTo>
                    <a:pt x="1049002" y="1076802"/>
                  </a:lnTo>
                  <a:lnTo>
                    <a:pt x="1008293" y="1085805"/>
                  </a:lnTo>
                  <a:lnTo>
                    <a:pt x="969515" y="1095491"/>
                  </a:lnTo>
                  <a:lnTo>
                    <a:pt x="932454" y="1105738"/>
                  </a:lnTo>
                  <a:lnTo>
                    <a:pt x="862624" y="1127426"/>
                  </a:lnTo>
                  <a:lnTo>
                    <a:pt x="797086" y="1149895"/>
                  </a:lnTo>
                  <a:lnTo>
                    <a:pt x="765390" y="1161117"/>
                  </a:lnTo>
                  <a:lnTo>
                    <a:pt x="734124" y="1172169"/>
                  </a:lnTo>
                  <a:lnTo>
                    <a:pt x="672019" y="1193272"/>
                  </a:lnTo>
                  <a:lnTo>
                    <a:pt x="609055" y="1212229"/>
                  </a:lnTo>
                  <a:lnTo>
                    <a:pt x="543514" y="1228065"/>
                  </a:lnTo>
                  <a:lnTo>
                    <a:pt x="473679" y="1239803"/>
                  </a:lnTo>
                  <a:lnTo>
                    <a:pt x="397834" y="1246469"/>
                  </a:lnTo>
                  <a:lnTo>
                    <a:pt x="357121" y="1247595"/>
                  </a:lnTo>
                  <a:lnTo>
                    <a:pt x="314260" y="1247087"/>
                  </a:lnTo>
                  <a:lnTo>
                    <a:pt x="269039" y="1244823"/>
                  </a:lnTo>
                  <a:lnTo>
                    <a:pt x="221242" y="1240681"/>
                  </a:lnTo>
                  <a:lnTo>
                    <a:pt x="170654" y="1234540"/>
                  </a:lnTo>
                  <a:lnTo>
                    <a:pt x="117060" y="1226276"/>
                  </a:lnTo>
                  <a:lnTo>
                    <a:pt x="60247" y="1215770"/>
                  </a:lnTo>
                  <a:lnTo>
                    <a:pt x="0" y="1202897"/>
                  </a:lnTo>
                  <a:lnTo>
                    <a:pt x="0" y="212715"/>
                  </a:lnTo>
                  <a:close/>
                </a:path>
                <a:path w="1633855" h="1247775">
                  <a:moveTo>
                    <a:pt x="115844" y="212715"/>
                  </a:moveTo>
                  <a:lnTo>
                    <a:pt x="115844" y="105055"/>
                  </a:lnTo>
                  <a:lnTo>
                    <a:pt x="1512328" y="105055"/>
                  </a:lnTo>
                  <a:lnTo>
                    <a:pt x="1512328" y="940693"/>
                  </a:lnTo>
                  <a:lnTo>
                    <a:pt x="1473333" y="941597"/>
                  </a:lnTo>
                  <a:lnTo>
                    <a:pt x="1439301" y="943587"/>
                  </a:lnTo>
                  <a:lnTo>
                    <a:pt x="1415222" y="945577"/>
                  </a:lnTo>
                  <a:lnTo>
                    <a:pt x="1406087" y="946481"/>
                  </a:lnTo>
                </a:path>
                <a:path w="1633855" h="1247775">
                  <a:moveTo>
                    <a:pt x="224731" y="105055"/>
                  </a:moveTo>
                  <a:lnTo>
                    <a:pt x="224731" y="0"/>
                  </a:lnTo>
                  <a:lnTo>
                    <a:pt x="1633314" y="0"/>
                  </a:lnTo>
                  <a:lnTo>
                    <a:pt x="1633314" y="833033"/>
                  </a:lnTo>
                  <a:lnTo>
                    <a:pt x="1588889" y="833711"/>
                  </a:lnTo>
                  <a:lnTo>
                    <a:pt x="1550136" y="835204"/>
                  </a:lnTo>
                  <a:lnTo>
                    <a:pt x="1522725" y="836696"/>
                  </a:lnTo>
                  <a:lnTo>
                    <a:pt x="1512328" y="837374"/>
                  </a:lnTo>
                </a:path>
              </a:pathLst>
            </a:custGeom>
            <a:ln w="13143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31116" y="4940710"/>
            <a:ext cx="970280" cy="7937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-635" algn="ctr">
              <a:lnSpc>
                <a:spcPct val="98200"/>
              </a:lnSpc>
              <a:spcBef>
                <a:spcPts val="135"/>
              </a:spcBef>
            </a:pPr>
            <a:r>
              <a:rPr sz="1700" b="1" spc="-10" dirty="0">
                <a:latin typeface="Calibri"/>
                <a:cs typeface="Calibri"/>
              </a:rPr>
              <a:t>Local </a:t>
            </a:r>
            <a:r>
              <a:rPr sz="1700" b="1" spc="-30" dirty="0">
                <a:latin typeface="Calibri"/>
                <a:cs typeface="Calibri"/>
              </a:rPr>
              <a:t>Repository </a:t>
            </a:r>
            <a:r>
              <a:rPr sz="1700" b="1" spc="-25" dirty="0">
                <a:latin typeface="Calibri"/>
                <a:cs typeface="Calibri"/>
              </a:rPr>
              <a:t>#2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45059" y="2586850"/>
            <a:ext cx="6301105" cy="2800985"/>
            <a:chOff x="3045059" y="2586850"/>
            <a:chExt cx="6301105" cy="2800985"/>
          </a:xfrm>
        </p:grpSpPr>
        <p:sp>
          <p:nvSpPr>
            <p:cNvPr id="17" name="object 17"/>
            <p:cNvSpPr/>
            <p:nvPr/>
          </p:nvSpPr>
          <p:spPr>
            <a:xfrm>
              <a:off x="3045053" y="2593517"/>
              <a:ext cx="6294120" cy="2794000"/>
            </a:xfrm>
            <a:custGeom>
              <a:avLst/>
              <a:gdLst/>
              <a:ahLst/>
              <a:cxnLst/>
              <a:rect l="l" t="t" r="r" b="b"/>
              <a:pathLst>
                <a:path w="6294120" h="2794000">
                  <a:moveTo>
                    <a:pt x="1432369" y="1848231"/>
                  </a:moveTo>
                  <a:lnTo>
                    <a:pt x="1169797" y="1879815"/>
                  </a:lnTo>
                  <a:lnTo>
                    <a:pt x="1213231" y="1945665"/>
                  </a:lnTo>
                  <a:lnTo>
                    <a:pt x="175704" y="2630640"/>
                  </a:lnTo>
                  <a:lnTo>
                    <a:pt x="132283" y="2564803"/>
                  </a:lnTo>
                  <a:lnTo>
                    <a:pt x="0" y="2793898"/>
                  </a:lnTo>
                  <a:lnTo>
                    <a:pt x="262559" y="2762313"/>
                  </a:lnTo>
                  <a:lnTo>
                    <a:pt x="233464" y="2718193"/>
                  </a:lnTo>
                  <a:lnTo>
                    <a:pt x="219138" y="2696476"/>
                  </a:lnTo>
                  <a:lnTo>
                    <a:pt x="1256652" y="2011502"/>
                  </a:lnTo>
                  <a:lnTo>
                    <a:pt x="1300086" y="2077339"/>
                  </a:lnTo>
                  <a:lnTo>
                    <a:pt x="1388656" y="1923935"/>
                  </a:lnTo>
                  <a:lnTo>
                    <a:pt x="1432369" y="1848231"/>
                  </a:lnTo>
                  <a:close/>
                </a:path>
                <a:path w="6294120" h="2794000">
                  <a:moveTo>
                    <a:pt x="6293980" y="0"/>
                  </a:moveTo>
                  <a:lnTo>
                    <a:pt x="4885398" y="0"/>
                  </a:lnTo>
                  <a:lnTo>
                    <a:pt x="4885398" y="105067"/>
                  </a:lnTo>
                  <a:lnTo>
                    <a:pt x="4776508" y="105067"/>
                  </a:lnTo>
                  <a:lnTo>
                    <a:pt x="4776508" y="212725"/>
                  </a:lnTo>
                  <a:lnTo>
                    <a:pt x="4660671" y="212725"/>
                  </a:lnTo>
                  <a:lnTo>
                    <a:pt x="4660671" y="1202905"/>
                  </a:lnTo>
                  <a:lnTo>
                    <a:pt x="4720907" y="1215771"/>
                  </a:lnTo>
                  <a:lnTo>
                    <a:pt x="4777727" y="1226286"/>
                  </a:lnTo>
                  <a:lnTo>
                    <a:pt x="4831321" y="1234541"/>
                  </a:lnTo>
                  <a:lnTo>
                    <a:pt x="4881905" y="1240688"/>
                  </a:lnTo>
                  <a:lnTo>
                    <a:pt x="4929708" y="1244828"/>
                  </a:lnTo>
                  <a:lnTo>
                    <a:pt x="4974920" y="1247089"/>
                  </a:lnTo>
                  <a:lnTo>
                    <a:pt x="5017782" y="1247597"/>
                  </a:lnTo>
                  <a:lnTo>
                    <a:pt x="5058499" y="1246479"/>
                  </a:lnTo>
                  <a:lnTo>
                    <a:pt x="5097284" y="1243838"/>
                  </a:lnTo>
                  <a:lnTo>
                    <a:pt x="5169687" y="1234541"/>
                  </a:lnTo>
                  <a:lnTo>
                    <a:pt x="5237378" y="1220609"/>
                  </a:lnTo>
                  <a:lnTo>
                    <a:pt x="5301412" y="1203083"/>
                  </a:lnTo>
                  <a:lnTo>
                    <a:pt x="5363743" y="1182928"/>
                  </a:lnTo>
                  <a:lnTo>
                    <a:pt x="5490095" y="1138631"/>
                  </a:lnTo>
                  <a:lnTo>
                    <a:pt x="5523293" y="1127429"/>
                  </a:lnTo>
                  <a:lnTo>
                    <a:pt x="5593118" y="1105738"/>
                  </a:lnTo>
                  <a:lnTo>
                    <a:pt x="5630176" y="1095502"/>
                  </a:lnTo>
                  <a:lnTo>
                    <a:pt x="5668962" y="1085811"/>
                  </a:lnTo>
                  <a:lnTo>
                    <a:pt x="5709666" y="1076807"/>
                  </a:lnTo>
                  <a:lnTo>
                    <a:pt x="5752528" y="1068616"/>
                  </a:lnTo>
                  <a:lnTo>
                    <a:pt x="5797740" y="1061339"/>
                  </a:lnTo>
                  <a:lnTo>
                    <a:pt x="5845530" y="1055116"/>
                  </a:lnTo>
                  <a:lnTo>
                    <a:pt x="5896114" y="1050061"/>
                  </a:lnTo>
                  <a:lnTo>
                    <a:pt x="5949708" y="1046302"/>
                  </a:lnTo>
                  <a:lnTo>
                    <a:pt x="6006516" y="1043952"/>
                  </a:lnTo>
                  <a:lnTo>
                    <a:pt x="6066752" y="1043152"/>
                  </a:lnTo>
                  <a:lnTo>
                    <a:pt x="6066752" y="946492"/>
                  </a:lnTo>
                  <a:lnTo>
                    <a:pt x="6075883" y="945578"/>
                  </a:lnTo>
                  <a:lnTo>
                    <a:pt x="6099962" y="943597"/>
                  </a:lnTo>
                  <a:lnTo>
                    <a:pt x="6133998" y="941603"/>
                  </a:lnTo>
                  <a:lnTo>
                    <a:pt x="6173000" y="940701"/>
                  </a:lnTo>
                  <a:lnTo>
                    <a:pt x="6173000" y="837374"/>
                  </a:lnTo>
                  <a:lnTo>
                    <a:pt x="6183388" y="836701"/>
                  </a:lnTo>
                  <a:lnTo>
                    <a:pt x="6210808" y="835215"/>
                  </a:lnTo>
                  <a:lnTo>
                    <a:pt x="6249555" y="833716"/>
                  </a:lnTo>
                  <a:lnTo>
                    <a:pt x="6293980" y="833043"/>
                  </a:lnTo>
                  <a:lnTo>
                    <a:pt x="62939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05725" y="2593517"/>
              <a:ext cx="1633855" cy="1247775"/>
            </a:xfrm>
            <a:custGeom>
              <a:avLst/>
              <a:gdLst/>
              <a:ahLst/>
              <a:cxnLst/>
              <a:rect l="l" t="t" r="r" b="b"/>
              <a:pathLst>
                <a:path w="1633854" h="1247775">
                  <a:moveTo>
                    <a:pt x="0" y="212715"/>
                  </a:moveTo>
                  <a:lnTo>
                    <a:pt x="1406087" y="212715"/>
                  </a:lnTo>
                  <a:lnTo>
                    <a:pt x="1406087" y="1043143"/>
                  </a:lnTo>
                  <a:lnTo>
                    <a:pt x="1345845" y="1043952"/>
                  </a:lnTo>
                  <a:lnTo>
                    <a:pt x="1289038" y="1046297"/>
                  </a:lnTo>
                  <a:lnTo>
                    <a:pt x="1235451" y="1050057"/>
                  </a:lnTo>
                  <a:lnTo>
                    <a:pt x="1184868" y="1055109"/>
                  </a:lnTo>
                  <a:lnTo>
                    <a:pt x="1137075" y="1061332"/>
                  </a:lnTo>
                  <a:lnTo>
                    <a:pt x="1091858" y="1068604"/>
                  </a:lnTo>
                  <a:lnTo>
                    <a:pt x="1049002" y="1076802"/>
                  </a:lnTo>
                  <a:lnTo>
                    <a:pt x="1008293" y="1085805"/>
                  </a:lnTo>
                  <a:lnTo>
                    <a:pt x="969515" y="1095491"/>
                  </a:lnTo>
                  <a:lnTo>
                    <a:pt x="932454" y="1105738"/>
                  </a:lnTo>
                  <a:lnTo>
                    <a:pt x="862624" y="1127426"/>
                  </a:lnTo>
                  <a:lnTo>
                    <a:pt x="797086" y="1149895"/>
                  </a:lnTo>
                  <a:lnTo>
                    <a:pt x="765390" y="1161117"/>
                  </a:lnTo>
                  <a:lnTo>
                    <a:pt x="734124" y="1172169"/>
                  </a:lnTo>
                  <a:lnTo>
                    <a:pt x="672019" y="1193272"/>
                  </a:lnTo>
                  <a:lnTo>
                    <a:pt x="609055" y="1212229"/>
                  </a:lnTo>
                  <a:lnTo>
                    <a:pt x="543514" y="1228065"/>
                  </a:lnTo>
                  <a:lnTo>
                    <a:pt x="473679" y="1239803"/>
                  </a:lnTo>
                  <a:lnTo>
                    <a:pt x="397834" y="1246469"/>
                  </a:lnTo>
                  <a:lnTo>
                    <a:pt x="357121" y="1247595"/>
                  </a:lnTo>
                  <a:lnTo>
                    <a:pt x="314260" y="1247087"/>
                  </a:lnTo>
                  <a:lnTo>
                    <a:pt x="269039" y="1244823"/>
                  </a:lnTo>
                  <a:lnTo>
                    <a:pt x="221242" y="1240681"/>
                  </a:lnTo>
                  <a:lnTo>
                    <a:pt x="170654" y="1234540"/>
                  </a:lnTo>
                  <a:lnTo>
                    <a:pt x="117060" y="1226276"/>
                  </a:lnTo>
                  <a:lnTo>
                    <a:pt x="60247" y="1215770"/>
                  </a:lnTo>
                  <a:lnTo>
                    <a:pt x="0" y="1202897"/>
                  </a:lnTo>
                  <a:lnTo>
                    <a:pt x="0" y="212715"/>
                  </a:lnTo>
                  <a:close/>
                </a:path>
                <a:path w="1633854" h="1247775">
                  <a:moveTo>
                    <a:pt x="115844" y="212715"/>
                  </a:moveTo>
                  <a:lnTo>
                    <a:pt x="115844" y="105055"/>
                  </a:lnTo>
                  <a:lnTo>
                    <a:pt x="1512328" y="105055"/>
                  </a:lnTo>
                  <a:lnTo>
                    <a:pt x="1512328" y="940693"/>
                  </a:lnTo>
                  <a:lnTo>
                    <a:pt x="1473333" y="941597"/>
                  </a:lnTo>
                  <a:lnTo>
                    <a:pt x="1439301" y="943587"/>
                  </a:lnTo>
                  <a:lnTo>
                    <a:pt x="1415222" y="945577"/>
                  </a:lnTo>
                  <a:lnTo>
                    <a:pt x="1406087" y="946481"/>
                  </a:lnTo>
                </a:path>
                <a:path w="1633854" h="1247775">
                  <a:moveTo>
                    <a:pt x="224731" y="105055"/>
                  </a:moveTo>
                  <a:lnTo>
                    <a:pt x="224731" y="0"/>
                  </a:lnTo>
                  <a:lnTo>
                    <a:pt x="1633314" y="0"/>
                  </a:lnTo>
                  <a:lnTo>
                    <a:pt x="1633314" y="833033"/>
                  </a:lnTo>
                  <a:lnTo>
                    <a:pt x="1588889" y="833711"/>
                  </a:lnTo>
                  <a:lnTo>
                    <a:pt x="1550136" y="835204"/>
                  </a:lnTo>
                  <a:lnTo>
                    <a:pt x="1522725" y="836696"/>
                  </a:lnTo>
                  <a:lnTo>
                    <a:pt x="1512328" y="837374"/>
                  </a:lnTo>
                </a:path>
              </a:pathLst>
            </a:custGeom>
            <a:ln w="13143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931470" y="2770534"/>
            <a:ext cx="956944" cy="7937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065" marR="5080" indent="-635" algn="ctr">
              <a:lnSpc>
                <a:spcPct val="98200"/>
              </a:lnSpc>
              <a:spcBef>
                <a:spcPts val="135"/>
              </a:spcBef>
            </a:pPr>
            <a:r>
              <a:rPr sz="1700" b="1" spc="-10" dirty="0">
                <a:latin typeface="Calibri"/>
                <a:cs typeface="Calibri"/>
              </a:rPr>
              <a:t>Local </a:t>
            </a:r>
            <a:r>
              <a:rPr sz="1700" b="1" spc="-25" dirty="0">
                <a:latin typeface="Calibri"/>
                <a:cs typeface="Calibri"/>
              </a:rPr>
              <a:t>Reposit</a:t>
            </a:r>
            <a:r>
              <a:rPr sz="1400" b="1" spc="-25" dirty="0">
                <a:latin typeface="Calibri"/>
                <a:cs typeface="Calibri"/>
              </a:rPr>
              <a:t>o</a:t>
            </a:r>
            <a:r>
              <a:rPr sz="1700" b="1" spc="-25" dirty="0">
                <a:latin typeface="Calibri"/>
                <a:cs typeface="Calibri"/>
              </a:rPr>
              <a:t>ry #3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03274" y="3200260"/>
            <a:ext cx="3142615" cy="2496185"/>
            <a:chOff x="6203274" y="3200260"/>
            <a:chExt cx="3142615" cy="2496185"/>
          </a:xfrm>
        </p:grpSpPr>
        <p:sp>
          <p:nvSpPr>
            <p:cNvPr id="21" name="object 21"/>
            <p:cNvSpPr/>
            <p:nvPr/>
          </p:nvSpPr>
          <p:spPr>
            <a:xfrm>
              <a:off x="6203264" y="3200260"/>
              <a:ext cx="3136265" cy="2489200"/>
            </a:xfrm>
            <a:custGeom>
              <a:avLst/>
              <a:gdLst/>
              <a:ahLst/>
              <a:cxnLst/>
              <a:rect l="l" t="t" r="r" b="b"/>
              <a:pathLst>
                <a:path w="3136265" h="2489200">
                  <a:moveTo>
                    <a:pt x="1502460" y="18389"/>
                  </a:moveTo>
                  <a:lnTo>
                    <a:pt x="1238643" y="0"/>
                  </a:lnTo>
                  <a:lnTo>
                    <a:pt x="1268907" y="72834"/>
                  </a:lnTo>
                  <a:lnTo>
                    <a:pt x="203263" y="516216"/>
                  </a:lnTo>
                  <a:lnTo>
                    <a:pt x="172986" y="443382"/>
                  </a:lnTo>
                  <a:lnTo>
                    <a:pt x="0" y="643509"/>
                  </a:lnTo>
                  <a:lnTo>
                    <a:pt x="263817" y="661885"/>
                  </a:lnTo>
                  <a:lnTo>
                    <a:pt x="239839" y="604202"/>
                  </a:lnTo>
                  <a:lnTo>
                    <a:pt x="233540" y="589051"/>
                  </a:lnTo>
                  <a:lnTo>
                    <a:pt x="1299184" y="145669"/>
                  </a:lnTo>
                  <a:lnTo>
                    <a:pt x="1329461" y="218503"/>
                  </a:lnTo>
                  <a:lnTo>
                    <a:pt x="1468475" y="57696"/>
                  </a:lnTo>
                  <a:lnTo>
                    <a:pt x="1502460" y="18389"/>
                  </a:lnTo>
                  <a:close/>
                </a:path>
                <a:path w="3136265" h="2489200">
                  <a:moveTo>
                    <a:pt x="3135769" y="1241488"/>
                  </a:moveTo>
                  <a:lnTo>
                    <a:pt x="1459445" y="1241488"/>
                  </a:lnTo>
                  <a:lnTo>
                    <a:pt x="1459445" y="1346555"/>
                  </a:lnTo>
                  <a:lnTo>
                    <a:pt x="1329867" y="1346555"/>
                  </a:lnTo>
                  <a:lnTo>
                    <a:pt x="1329867" y="1454213"/>
                  </a:lnTo>
                  <a:lnTo>
                    <a:pt x="1191996" y="1454213"/>
                  </a:lnTo>
                  <a:lnTo>
                    <a:pt x="1191996" y="2444394"/>
                  </a:lnTo>
                  <a:lnTo>
                    <a:pt x="1253210" y="2455494"/>
                  </a:lnTo>
                  <a:lnTo>
                    <a:pt x="1311440" y="2464866"/>
                  </a:lnTo>
                  <a:lnTo>
                    <a:pt x="1366850" y="2472588"/>
                  </a:lnTo>
                  <a:lnTo>
                    <a:pt x="1419580" y="2478735"/>
                  </a:lnTo>
                  <a:lnTo>
                    <a:pt x="1469821" y="2483396"/>
                  </a:lnTo>
                  <a:lnTo>
                    <a:pt x="1517688" y="2486622"/>
                  </a:lnTo>
                  <a:lnTo>
                    <a:pt x="1563979" y="2488539"/>
                  </a:lnTo>
                  <a:lnTo>
                    <a:pt x="1565148" y="2488539"/>
                  </a:lnTo>
                  <a:lnTo>
                    <a:pt x="1607007" y="2489123"/>
                  </a:lnTo>
                  <a:lnTo>
                    <a:pt x="1648764" y="2488539"/>
                  </a:lnTo>
                  <a:lnTo>
                    <a:pt x="1688795" y="2486825"/>
                  </a:lnTo>
                  <a:lnTo>
                    <a:pt x="1727263" y="2484069"/>
                  </a:lnTo>
                  <a:lnTo>
                    <a:pt x="1800110" y="2475712"/>
                  </a:lnTo>
                  <a:lnTo>
                    <a:pt x="1868563" y="2464054"/>
                  </a:lnTo>
                  <a:lnTo>
                    <a:pt x="1933879" y="2449703"/>
                  </a:lnTo>
                  <a:lnTo>
                    <a:pt x="1997303" y="2433243"/>
                  </a:lnTo>
                  <a:lnTo>
                    <a:pt x="2060105" y="2415298"/>
                  </a:lnTo>
                  <a:lnTo>
                    <a:pt x="2188845" y="2377313"/>
                  </a:lnTo>
                  <a:lnTo>
                    <a:pt x="2222601" y="2367813"/>
                  </a:lnTo>
                  <a:lnTo>
                    <a:pt x="2293086" y="2349335"/>
                  </a:lnTo>
                  <a:lnTo>
                    <a:pt x="2368600" y="2332063"/>
                  </a:lnTo>
                  <a:lnTo>
                    <a:pt x="2408631" y="2324062"/>
                  </a:lnTo>
                  <a:lnTo>
                    <a:pt x="2450376" y="2316594"/>
                  </a:lnTo>
                  <a:lnTo>
                    <a:pt x="2494013" y="2309711"/>
                  </a:lnTo>
                  <a:lnTo>
                    <a:pt x="2539695" y="2303513"/>
                  </a:lnTo>
                  <a:lnTo>
                    <a:pt x="2587561" y="2298052"/>
                  </a:lnTo>
                  <a:lnTo>
                    <a:pt x="2637790" y="2293429"/>
                  </a:lnTo>
                  <a:lnTo>
                    <a:pt x="2690520" y="2289695"/>
                  </a:lnTo>
                  <a:lnTo>
                    <a:pt x="2745917" y="2286939"/>
                  </a:lnTo>
                  <a:lnTo>
                    <a:pt x="2804147" y="2285225"/>
                  </a:lnTo>
                  <a:lnTo>
                    <a:pt x="2865348" y="2284641"/>
                  </a:lnTo>
                  <a:lnTo>
                    <a:pt x="2865348" y="2187981"/>
                  </a:lnTo>
                  <a:lnTo>
                    <a:pt x="2876219" y="2187067"/>
                  </a:lnTo>
                  <a:lnTo>
                    <a:pt x="2904883" y="2185085"/>
                  </a:lnTo>
                  <a:lnTo>
                    <a:pt x="2945384" y="2183092"/>
                  </a:lnTo>
                  <a:lnTo>
                    <a:pt x="2991789" y="2182190"/>
                  </a:lnTo>
                  <a:lnTo>
                    <a:pt x="2991789" y="2078863"/>
                  </a:lnTo>
                  <a:lnTo>
                    <a:pt x="3036786" y="2076704"/>
                  </a:lnTo>
                  <a:lnTo>
                    <a:pt x="3082899" y="2075205"/>
                  </a:lnTo>
                  <a:lnTo>
                    <a:pt x="3135769" y="2074532"/>
                  </a:lnTo>
                  <a:lnTo>
                    <a:pt x="3135769" y="1241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95268" y="4441748"/>
              <a:ext cx="1944370" cy="1247775"/>
            </a:xfrm>
            <a:custGeom>
              <a:avLst/>
              <a:gdLst/>
              <a:ahLst/>
              <a:cxnLst/>
              <a:rect l="l" t="t" r="r" b="b"/>
              <a:pathLst>
                <a:path w="1944370" h="1247775">
                  <a:moveTo>
                    <a:pt x="0" y="212715"/>
                  </a:moveTo>
                  <a:lnTo>
                    <a:pt x="1673353" y="212715"/>
                  </a:lnTo>
                  <a:lnTo>
                    <a:pt x="1673353" y="1043143"/>
                  </a:lnTo>
                  <a:lnTo>
                    <a:pt x="1612148" y="1043730"/>
                  </a:lnTo>
                  <a:lnTo>
                    <a:pt x="1553924" y="1045440"/>
                  </a:lnTo>
                  <a:lnTo>
                    <a:pt x="1498523" y="1048198"/>
                  </a:lnTo>
                  <a:lnTo>
                    <a:pt x="1445789" y="1051930"/>
                  </a:lnTo>
                  <a:lnTo>
                    <a:pt x="1395565" y="1056560"/>
                  </a:lnTo>
                  <a:lnTo>
                    <a:pt x="1347694" y="1062014"/>
                  </a:lnTo>
                  <a:lnTo>
                    <a:pt x="1302019" y="1068217"/>
                  </a:lnTo>
                  <a:lnTo>
                    <a:pt x="1258383" y="1075094"/>
                  </a:lnTo>
                  <a:lnTo>
                    <a:pt x="1216630" y="1082570"/>
                  </a:lnTo>
                  <a:lnTo>
                    <a:pt x="1176602" y="1090570"/>
                  </a:lnTo>
                  <a:lnTo>
                    <a:pt x="1138142" y="1099020"/>
                  </a:lnTo>
                  <a:lnTo>
                    <a:pt x="1065302" y="1116967"/>
                  </a:lnTo>
                  <a:lnTo>
                    <a:pt x="996853" y="1135813"/>
                  </a:lnTo>
                  <a:lnTo>
                    <a:pt x="931542" y="1154958"/>
                  </a:lnTo>
                  <a:lnTo>
                    <a:pt x="899670" y="1164456"/>
                  </a:lnTo>
                  <a:lnTo>
                    <a:pt x="868112" y="1173804"/>
                  </a:lnTo>
                  <a:lnTo>
                    <a:pt x="805309" y="1191752"/>
                  </a:lnTo>
                  <a:lnTo>
                    <a:pt x="741877" y="1208201"/>
                  </a:lnTo>
                  <a:lnTo>
                    <a:pt x="676563" y="1222554"/>
                  </a:lnTo>
                  <a:lnTo>
                    <a:pt x="608110" y="1234211"/>
                  </a:lnTo>
                  <a:lnTo>
                    <a:pt x="535264" y="1242573"/>
                  </a:lnTo>
                  <a:lnTo>
                    <a:pt x="496802" y="1245332"/>
                  </a:lnTo>
                  <a:lnTo>
                    <a:pt x="456770" y="1247042"/>
                  </a:lnTo>
                  <a:lnTo>
                    <a:pt x="415013" y="1247628"/>
                  </a:lnTo>
                  <a:lnTo>
                    <a:pt x="371373" y="1247017"/>
                  </a:lnTo>
                  <a:lnTo>
                    <a:pt x="325693" y="1245132"/>
                  </a:lnTo>
                  <a:lnTo>
                    <a:pt x="277817" y="1241899"/>
                  </a:lnTo>
                  <a:lnTo>
                    <a:pt x="227588" y="1237244"/>
                  </a:lnTo>
                  <a:lnTo>
                    <a:pt x="174848" y="1231091"/>
                  </a:lnTo>
                  <a:lnTo>
                    <a:pt x="119442" y="1223366"/>
                  </a:lnTo>
                  <a:lnTo>
                    <a:pt x="61211" y="1213992"/>
                  </a:lnTo>
                  <a:lnTo>
                    <a:pt x="0" y="1202897"/>
                  </a:lnTo>
                  <a:lnTo>
                    <a:pt x="0" y="212715"/>
                  </a:lnTo>
                  <a:close/>
                </a:path>
                <a:path w="1944370" h="1247775">
                  <a:moveTo>
                    <a:pt x="137863" y="212715"/>
                  </a:moveTo>
                  <a:lnTo>
                    <a:pt x="137863" y="105055"/>
                  </a:lnTo>
                  <a:lnTo>
                    <a:pt x="1799789" y="105055"/>
                  </a:lnTo>
                  <a:lnTo>
                    <a:pt x="1799789" y="940693"/>
                  </a:lnTo>
                  <a:lnTo>
                    <a:pt x="1753382" y="941597"/>
                  </a:lnTo>
                  <a:lnTo>
                    <a:pt x="1712881" y="943587"/>
                  </a:lnTo>
                  <a:lnTo>
                    <a:pt x="1684225" y="945577"/>
                  </a:lnTo>
                  <a:lnTo>
                    <a:pt x="1673353" y="946481"/>
                  </a:lnTo>
                </a:path>
                <a:path w="1944370" h="1247775">
                  <a:moveTo>
                    <a:pt x="267448" y="105055"/>
                  </a:moveTo>
                  <a:lnTo>
                    <a:pt x="267448" y="0"/>
                  </a:lnTo>
                  <a:lnTo>
                    <a:pt x="1943772" y="0"/>
                  </a:lnTo>
                  <a:lnTo>
                    <a:pt x="1943772" y="833033"/>
                  </a:lnTo>
                  <a:lnTo>
                    <a:pt x="1890903" y="833711"/>
                  </a:lnTo>
                  <a:lnTo>
                    <a:pt x="1844783" y="835204"/>
                  </a:lnTo>
                  <a:lnTo>
                    <a:pt x="1812162" y="836696"/>
                  </a:lnTo>
                  <a:lnTo>
                    <a:pt x="1799789" y="837374"/>
                  </a:lnTo>
                </a:path>
              </a:pathLst>
            </a:custGeom>
            <a:ln w="13143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502502" y="4745639"/>
            <a:ext cx="1460500" cy="54102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622935" marR="5080" indent="-610870">
              <a:lnSpc>
                <a:spcPts val="2020"/>
              </a:lnSpc>
              <a:spcBef>
                <a:spcPts val="185"/>
              </a:spcBef>
            </a:pPr>
            <a:r>
              <a:rPr sz="1700" b="1" spc="-20" dirty="0">
                <a:latin typeface="Calibri"/>
                <a:cs typeface="Calibri"/>
              </a:rPr>
              <a:t>Local</a:t>
            </a:r>
            <a:r>
              <a:rPr sz="1700" b="1" spc="-55" dirty="0">
                <a:latin typeface="Calibri"/>
                <a:cs typeface="Calibri"/>
              </a:rPr>
              <a:t> </a:t>
            </a:r>
            <a:r>
              <a:rPr sz="1700" b="1" spc="-25" dirty="0">
                <a:latin typeface="Calibri"/>
                <a:cs typeface="Calibri"/>
              </a:rPr>
              <a:t>Repository #4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110739" y="4542563"/>
            <a:ext cx="1284605" cy="549275"/>
          </a:xfrm>
          <a:custGeom>
            <a:avLst/>
            <a:gdLst/>
            <a:ahLst/>
            <a:cxnLst/>
            <a:rect l="l" t="t" r="r" b="b"/>
            <a:pathLst>
              <a:path w="1284604" h="549275">
                <a:moveTo>
                  <a:pt x="1049786" y="475287"/>
                </a:moveTo>
                <a:lnTo>
                  <a:pt x="1021207" y="548805"/>
                </a:lnTo>
                <a:lnTo>
                  <a:pt x="1284527" y="524306"/>
                </a:lnTo>
                <a:lnTo>
                  <a:pt x="1253075" y="489583"/>
                </a:lnTo>
                <a:lnTo>
                  <a:pt x="1086528" y="489583"/>
                </a:lnTo>
                <a:lnTo>
                  <a:pt x="1049786" y="475287"/>
                </a:lnTo>
                <a:close/>
              </a:path>
              <a:path w="1284604" h="549275">
                <a:moveTo>
                  <a:pt x="1078366" y="401770"/>
                </a:moveTo>
                <a:lnTo>
                  <a:pt x="1049786" y="475287"/>
                </a:lnTo>
                <a:lnTo>
                  <a:pt x="1086528" y="489583"/>
                </a:lnTo>
                <a:lnTo>
                  <a:pt x="1115108" y="416067"/>
                </a:lnTo>
                <a:lnTo>
                  <a:pt x="1078366" y="401770"/>
                </a:lnTo>
                <a:close/>
              </a:path>
              <a:path w="1284604" h="549275">
                <a:moveTo>
                  <a:pt x="1106945" y="328254"/>
                </a:moveTo>
                <a:lnTo>
                  <a:pt x="1078366" y="401770"/>
                </a:lnTo>
                <a:lnTo>
                  <a:pt x="1115108" y="416067"/>
                </a:lnTo>
                <a:lnTo>
                  <a:pt x="1086528" y="489583"/>
                </a:lnTo>
                <a:lnTo>
                  <a:pt x="1253075" y="489583"/>
                </a:lnTo>
                <a:lnTo>
                  <a:pt x="1106945" y="328254"/>
                </a:lnTo>
                <a:close/>
              </a:path>
              <a:path w="1284604" h="549275">
                <a:moveTo>
                  <a:pt x="234740" y="73516"/>
                </a:moveTo>
                <a:lnTo>
                  <a:pt x="206161" y="147032"/>
                </a:lnTo>
                <a:lnTo>
                  <a:pt x="1049786" y="475287"/>
                </a:lnTo>
                <a:lnTo>
                  <a:pt x="1078366" y="401770"/>
                </a:lnTo>
                <a:lnTo>
                  <a:pt x="234740" y="73516"/>
                </a:lnTo>
                <a:close/>
              </a:path>
              <a:path w="1284604" h="549275">
                <a:moveTo>
                  <a:pt x="263320" y="0"/>
                </a:moveTo>
                <a:lnTo>
                  <a:pt x="0" y="24497"/>
                </a:lnTo>
                <a:lnTo>
                  <a:pt x="177581" y="220549"/>
                </a:lnTo>
                <a:lnTo>
                  <a:pt x="206161" y="147032"/>
                </a:lnTo>
                <a:lnTo>
                  <a:pt x="169419" y="132736"/>
                </a:lnTo>
                <a:lnTo>
                  <a:pt x="197999" y="59220"/>
                </a:lnTo>
                <a:lnTo>
                  <a:pt x="240298" y="59220"/>
                </a:lnTo>
                <a:lnTo>
                  <a:pt x="263320" y="0"/>
                </a:lnTo>
                <a:close/>
              </a:path>
              <a:path w="1284604" h="549275">
                <a:moveTo>
                  <a:pt x="197999" y="59220"/>
                </a:moveTo>
                <a:lnTo>
                  <a:pt x="169419" y="132736"/>
                </a:lnTo>
                <a:lnTo>
                  <a:pt x="206161" y="147032"/>
                </a:lnTo>
                <a:lnTo>
                  <a:pt x="234740" y="73516"/>
                </a:lnTo>
                <a:lnTo>
                  <a:pt x="197999" y="59220"/>
                </a:lnTo>
                <a:close/>
              </a:path>
              <a:path w="1284604" h="549275">
                <a:moveTo>
                  <a:pt x="240298" y="59220"/>
                </a:moveTo>
                <a:lnTo>
                  <a:pt x="197999" y="59220"/>
                </a:lnTo>
                <a:lnTo>
                  <a:pt x="234740" y="73516"/>
                </a:lnTo>
                <a:lnTo>
                  <a:pt x="240298" y="59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16754" y="6472793"/>
            <a:ext cx="8181340" cy="7512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8920" marR="5080" indent="-236854">
              <a:lnSpc>
                <a:spcPts val="2710"/>
              </a:lnSpc>
              <a:spcBef>
                <a:spcPts val="430"/>
              </a:spcBef>
              <a:buFont typeface="Arial MT"/>
              <a:buChar char="•"/>
              <a:tabLst>
                <a:tab pos="248920" algn="l"/>
              </a:tabLst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Git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provides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collection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versioning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your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754" y="1618322"/>
            <a:ext cx="487743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8285" algn="l"/>
              </a:tabLst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sz="2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Calibri"/>
                <a:cs typeface="Calibri"/>
              </a:rPr>
              <a:t>repo’s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perspective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5035">
              <a:lnSpc>
                <a:spcPct val="100000"/>
              </a:lnSpc>
              <a:spcBef>
                <a:spcPts val="100"/>
              </a:spcBef>
            </a:pPr>
            <a:r>
              <a:rPr sz="4600" spc="-10" dirty="0"/>
              <a:t>What</a:t>
            </a:r>
            <a:r>
              <a:rPr sz="4600" spc="-125" dirty="0"/>
              <a:t> </a:t>
            </a:r>
            <a:r>
              <a:rPr sz="4600" dirty="0"/>
              <a:t>is</a:t>
            </a:r>
            <a:r>
              <a:rPr sz="4600" spc="-125" dirty="0"/>
              <a:t> </a:t>
            </a:r>
            <a:r>
              <a:rPr sz="4600" dirty="0"/>
              <a:t>GIT</a:t>
            </a:r>
            <a:r>
              <a:rPr sz="4600" spc="-130" dirty="0"/>
              <a:t> </a:t>
            </a:r>
            <a:r>
              <a:rPr sz="4600" spc="-50" dirty="0"/>
              <a:t>?</a:t>
            </a:r>
            <a:endParaRPr sz="4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1195" y="2060394"/>
            <a:ext cx="5700996" cy="498222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851" rIns="0" bIns="0" rtlCol="0">
            <a:spAutoFit/>
          </a:bodyPr>
          <a:lstStyle/>
          <a:p>
            <a:pPr marL="200025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5" dirty="0"/>
              <a:t> </a:t>
            </a:r>
            <a:r>
              <a:rPr dirty="0"/>
              <a:t>Use</a:t>
            </a:r>
            <a:r>
              <a:rPr spc="-5" dirty="0"/>
              <a:t> </a:t>
            </a:r>
            <a:r>
              <a:rPr spc="-20" dirty="0"/>
              <a:t>Case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515" y="272167"/>
            <a:ext cx="185737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830E3E"/>
                </a:solidFill>
                <a:latin typeface="Calibri"/>
                <a:cs typeface="Calibri"/>
              </a:rPr>
              <a:t>Git</a:t>
            </a:r>
            <a:r>
              <a:rPr sz="2100" spc="-55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830E3E"/>
                </a:solidFill>
                <a:latin typeface="Calibri"/>
                <a:cs typeface="Calibri"/>
              </a:rPr>
              <a:t>by</a:t>
            </a:r>
            <a:r>
              <a:rPr sz="2100" spc="-65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830E3E"/>
                </a:solidFill>
                <a:latin typeface="Calibri"/>
                <a:cs typeface="Calibri"/>
              </a:rPr>
              <a:t>examples»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38301" y="2632900"/>
            <a:ext cx="7053580" cy="763905"/>
          </a:xfrm>
          <a:custGeom>
            <a:avLst/>
            <a:gdLst/>
            <a:ahLst/>
            <a:cxnLst/>
            <a:rect l="l" t="t" r="r" b="b"/>
            <a:pathLst>
              <a:path w="7053580" h="763904">
                <a:moveTo>
                  <a:pt x="7053046" y="0"/>
                </a:moveTo>
                <a:lnTo>
                  <a:pt x="7053046" y="0"/>
                </a:lnTo>
                <a:lnTo>
                  <a:pt x="220116" y="0"/>
                </a:lnTo>
                <a:lnTo>
                  <a:pt x="220116" y="356857"/>
                </a:lnTo>
                <a:lnTo>
                  <a:pt x="0" y="356857"/>
                </a:lnTo>
                <a:lnTo>
                  <a:pt x="0" y="763447"/>
                </a:lnTo>
                <a:lnTo>
                  <a:pt x="4344746" y="763447"/>
                </a:lnTo>
                <a:lnTo>
                  <a:pt x="4373905" y="763447"/>
                </a:lnTo>
                <a:lnTo>
                  <a:pt x="6626771" y="763447"/>
                </a:lnTo>
                <a:lnTo>
                  <a:pt x="6626771" y="419290"/>
                </a:lnTo>
                <a:lnTo>
                  <a:pt x="6862877" y="419290"/>
                </a:lnTo>
                <a:lnTo>
                  <a:pt x="6905980" y="419290"/>
                </a:lnTo>
                <a:lnTo>
                  <a:pt x="7053046" y="419290"/>
                </a:lnTo>
                <a:lnTo>
                  <a:pt x="7053046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25613" y="1617329"/>
            <a:ext cx="8369934" cy="3224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Clone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starter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2500">
              <a:latin typeface="Calibri"/>
              <a:cs typeface="Calibri"/>
            </a:endParaRPr>
          </a:p>
          <a:p>
            <a:pPr marL="12700" marR="1295400">
              <a:lnSpc>
                <a:spcPts val="2810"/>
              </a:lnSpc>
              <a:tabLst>
                <a:tab pos="4357370" algn="l"/>
              </a:tabLst>
            </a:pPr>
            <a:r>
              <a:rPr sz="290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r>
              <a:rPr sz="2900" spc="-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500" b="1" spc="-6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clone</a:t>
            </a:r>
            <a:r>
              <a:rPr sz="2500" b="1" spc="-5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20" dirty="0">
                <a:solidFill>
                  <a:srgbClr val="FFC000"/>
                </a:solidFill>
                <a:latin typeface="Courier New"/>
                <a:cs typeface="Courier New"/>
                <a:hlinkClick r:id="rId2"/>
              </a:rPr>
              <a:t>http://github.com/jumail-</a:t>
            </a:r>
            <a:r>
              <a:rPr sz="2500" b="1" spc="-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10" dirty="0">
                <a:solidFill>
                  <a:srgbClr val="FFC000"/>
                </a:solidFill>
                <a:latin typeface="Courier New"/>
                <a:cs typeface="Courier New"/>
              </a:rPr>
              <a:t>utm/flutter_logo.git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	</a:t>
            </a:r>
            <a:r>
              <a:rPr sz="2500" b="1" spc="-10" dirty="0">
                <a:solidFill>
                  <a:srgbClr val="FFC000"/>
                </a:solidFill>
                <a:latin typeface="Courier New"/>
                <a:cs typeface="Courier New"/>
              </a:rPr>
              <a:t>flutter_logo</a:t>
            </a:r>
            <a:endParaRPr sz="2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355"/>
              </a:spcBef>
            </a:pPr>
            <a:endParaRPr sz="2500">
              <a:latin typeface="Courier New"/>
              <a:cs typeface="Courier New"/>
            </a:endParaRPr>
          </a:p>
          <a:p>
            <a:pPr marL="12700" marR="5080">
              <a:lnSpc>
                <a:spcPts val="3190"/>
              </a:lnSpc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download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my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repo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github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your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515" y="272167"/>
            <a:ext cx="185737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830E3E"/>
                </a:solidFill>
                <a:latin typeface="Calibri"/>
                <a:cs typeface="Calibri"/>
              </a:rPr>
              <a:t>Git</a:t>
            </a:r>
            <a:r>
              <a:rPr sz="2100" spc="-55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830E3E"/>
                </a:solidFill>
                <a:latin typeface="Calibri"/>
                <a:cs typeface="Calibri"/>
              </a:rPr>
              <a:t>by</a:t>
            </a:r>
            <a:r>
              <a:rPr sz="2100" spc="-65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830E3E"/>
                </a:solidFill>
                <a:latin typeface="Calibri"/>
                <a:cs typeface="Calibri"/>
              </a:rPr>
              <a:t>examples»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5613" y="1617329"/>
            <a:ext cx="338772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500" b="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b="0" spc="-20" dirty="0">
                <a:solidFill>
                  <a:srgbClr val="FFFFFF"/>
                </a:solidFill>
                <a:latin typeface="Calibri"/>
                <a:cs typeface="Calibri"/>
              </a:rPr>
              <a:t>what’s</a:t>
            </a:r>
            <a:r>
              <a:rPr sz="2500" b="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b="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2500" b="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b="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500" b="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b="0" spc="-20" dirty="0">
                <a:solidFill>
                  <a:srgbClr val="FFFFFF"/>
                </a:solidFill>
                <a:latin typeface="Calibri"/>
                <a:cs typeface="Calibri"/>
              </a:rPr>
              <a:t>repo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613" y="2568305"/>
            <a:ext cx="21653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7215" y="2595012"/>
            <a:ext cx="3037840" cy="407034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890"/>
              </a:lnSpc>
            </a:pP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cd</a:t>
            </a:r>
            <a:r>
              <a:rPr sz="2500" b="1" spc="-4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10" dirty="0">
                <a:solidFill>
                  <a:srgbClr val="FFC000"/>
                </a:solidFill>
                <a:latin typeface="Courier New"/>
                <a:cs typeface="Courier New"/>
              </a:rPr>
              <a:t>flutter_logo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613" y="3077321"/>
            <a:ext cx="21653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7215" y="3103081"/>
            <a:ext cx="1551305" cy="419734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219710">
              <a:lnSpc>
                <a:spcPts val="2900"/>
              </a:lnSpc>
            </a:pP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500" b="1" spc="-6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25" dirty="0">
                <a:solidFill>
                  <a:srgbClr val="FFC000"/>
                </a:solidFill>
                <a:latin typeface="Courier New"/>
                <a:cs typeface="Courier New"/>
              </a:rPr>
              <a:t>log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5613" y="3572090"/>
            <a:ext cx="24701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8424" y="3598524"/>
            <a:ext cx="3972560" cy="470534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219710">
              <a:lnSpc>
                <a:spcPts val="3375"/>
              </a:lnSpc>
            </a:pPr>
            <a:r>
              <a:rPr sz="29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900" b="1" spc="-3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900" b="1" dirty="0">
                <a:solidFill>
                  <a:srgbClr val="FFC000"/>
                </a:solidFill>
                <a:latin typeface="Courier New"/>
                <a:cs typeface="Courier New"/>
              </a:rPr>
              <a:t>log</a:t>
            </a:r>
            <a:r>
              <a:rPr sz="2900" b="1" spc="-3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900" b="1" spc="-10" dirty="0">
                <a:solidFill>
                  <a:srgbClr val="FFC000"/>
                </a:solidFill>
                <a:latin typeface="Courier New"/>
                <a:cs typeface="Courier New"/>
              </a:rPr>
              <a:t>--oneline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5613" y="4105490"/>
            <a:ext cx="8476615" cy="18224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>
              <a:lnSpc>
                <a:spcPts val="3120"/>
              </a:lnSpc>
              <a:spcBef>
                <a:spcPts val="505"/>
              </a:spcBef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git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log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show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commits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been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done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repo</a:t>
            </a:r>
            <a:endParaRPr sz="2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Open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program</a:t>
            </a:r>
            <a:r>
              <a:rPr sz="21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5613" y="5988161"/>
            <a:ext cx="21653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7215" y="6012919"/>
            <a:ext cx="1330325" cy="407034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905"/>
              </a:lnSpc>
            </a:pP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code</a:t>
            </a:r>
            <a:r>
              <a:rPr sz="2500" b="1" spc="-7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50" dirty="0">
                <a:solidFill>
                  <a:srgbClr val="FFC000"/>
                </a:solidFill>
                <a:latin typeface="Courier New"/>
                <a:cs typeface="Courier New"/>
              </a:rPr>
              <a:t>.</a:t>
            </a:r>
            <a:endParaRPr sz="2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272167"/>
            <a:ext cx="185737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0" dirty="0">
                <a:latin typeface="Calibri"/>
                <a:cs typeface="Calibri"/>
              </a:rPr>
              <a:t>Git</a:t>
            </a:r>
            <a:r>
              <a:rPr sz="2100" b="0" spc="-55" dirty="0">
                <a:latin typeface="Calibri"/>
                <a:cs typeface="Calibri"/>
              </a:rPr>
              <a:t> </a:t>
            </a:r>
            <a:r>
              <a:rPr sz="2100" b="0" dirty="0">
                <a:latin typeface="Calibri"/>
                <a:cs typeface="Calibri"/>
              </a:rPr>
              <a:t>by</a:t>
            </a:r>
            <a:r>
              <a:rPr sz="2100" b="0" spc="-65" dirty="0">
                <a:latin typeface="Calibri"/>
                <a:cs typeface="Calibri"/>
              </a:rPr>
              <a:t> </a:t>
            </a:r>
            <a:r>
              <a:rPr sz="2100" b="0" spc="-20" dirty="0">
                <a:latin typeface="Calibri"/>
                <a:cs typeface="Calibri"/>
              </a:rPr>
              <a:t>examples»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7213" y="2162784"/>
            <a:ext cx="3440429" cy="419734"/>
          </a:xfrm>
          <a:custGeom>
            <a:avLst/>
            <a:gdLst/>
            <a:ahLst/>
            <a:cxnLst/>
            <a:rect l="l" t="t" r="r" b="b"/>
            <a:pathLst>
              <a:path w="3440429" h="419735">
                <a:moveTo>
                  <a:pt x="3440303" y="0"/>
                </a:moveTo>
                <a:lnTo>
                  <a:pt x="3440303" y="0"/>
                </a:lnTo>
                <a:lnTo>
                  <a:pt x="0" y="0"/>
                </a:lnTo>
                <a:lnTo>
                  <a:pt x="0" y="419290"/>
                </a:lnTo>
                <a:lnTo>
                  <a:pt x="3440303" y="419290"/>
                </a:lnTo>
                <a:lnTo>
                  <a:pt x="344030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7213" y="2696743"/>
            <a:ext cx="5102225" cy="356235"/>
          </a:xfrm>
          <a:custGeom>
            <a:avLst/>
            <a:gdLst/>
            <a:ahLst/>
            <a:cxnLst/>
            <a:rect l="l" t="t" r="r" b="b"/>
            <a:pathLst>
              <a:path w="5102225" h="356235">
                <a:moveTo>
                  <a:pt x="5101602" y="0"/>
                </a:moveTo>
                <a:lnTo>
                  <a:pt x="5101602" y="0"/>
                </a:lnTo>
                <a:lnTo>
                  <a:pt x="0" y="0"/>
                </a:lnTo>
                <a:lnTo>
                  <a:pt x="0" y="355752"/>
                </a:lnTo>
                <a:lnTo>
                  <a:pt x="5101602" y="355752"/>
                </a:lnTo>
                <a:lnTo>
                  <a:pt x="5101602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7213" y="3179482"/>
            <a:ext cx="3802379" cy="356235"/>
          </a:xfrm>
          <a:custGeom>
            <a:avLst/>
            <a:gdLst/>
            <a:ahLst/>
            <a:cxnLst/>
            <a:rect l="l" t="t" r="r" b="b"/>
            <a:pathLst>
              <a:path w="3802379" h="356235">
                <a:moveTo>
                  <a:pt x="3802113" y="0"/>
                </a:moveTo>
                <a:lnTo>
                  <a:pt x="190169" y="0"/>
                </a:lnTo>
                <a:lnTo>
                  <a:pt x="188899" y="0"/>
                </a:lnTo>
                <a:lnTo>
                  <a:pt x="0" y="0"/>
                </a:lnTo>
                <a:lnTo>
                  <a:pt x="0" y="355752"/>
                </a:lnTo>
                <a:lnTo>
                  <a:pt x="188899" y="355752"/>
                </a:lnTo>
                <a:lnTo>
                  <a:pt x="190169" y="355752"/>
                </a:lnTo>
                <a:lnTo>
                  <a:pt x="3802113" y="355752"/>
                </a:lnTo>
                <a:lnTo>
                  <a:pt x="380211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25613" y="1477291"/>
            <a:ext cx="5858510" cy="298513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Checking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out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snapshot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50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r>
              <a:rPr sz="2500" spc="1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500" b="1" spc="-5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log</a:t>
            </a:r>
            <a:r>
              <a:rPr sz="2500" b="1" spc="-4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15" dirty="0">
                <a:solidFill>
                  <a:srgbClr val="FFC000"/>
                </a:solidFill>
                <a:latin typeface="Courier New"/>
                <a:cs typeface="Courier New"/>
              </a:rPr>
              <a:t>--</a:t>
            </a:r>
            <a:r>
              <a:rPr sz="2500" b="1" spc="-10" dirty="0">
                <a:solidFill>
                  <a:srgbClr val="FFC000"/>
                </a:solidFill>
                <a:latin typeface="Courier New"/>
                <a:cs typeface="Courier New"/>
              </a:rPr>
              <a:t>oneline</a:t>
            </a:r>
            <a:endParaRPr sz="2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50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r>
              <a:rPr sz="2500" spc="-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500" b="1" spc="-7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checkout</a:t>
            </a:r>
            <a:r>
              <a:rPr sz="2500" b="1" spc="-7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10" dirty="0">
                <a:solidFill>
                  <a:srgbClr val="FFC000"/>
                </a:solidFill>
                <a:latin typeface="Courier New"/>
                <a:cs typeface="Courier New"/>
              </a:rPr>
              <a:t>&lt;commit_hash&gt;</a:t>
            </a:r>
            <a:endParaRPr sz="2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50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r>
              <a:rPr sz="2500" spc="-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500" b="1" spc="-7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checkout</a:t>
            </a:r>
            <a:r>
              <a:rPr sz="2500" b="1" spc="-7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10" dirty="0">
                <a:solidFill>
                  <a:srgbClr val="FFC000"/>
                </a:solidFill>
                <a:latin typeface="Courier New"/>
                <a:cs typeface="Courier New"/>
              </a:rPr>
              <a:t>master</a:t>
            </a:r>
            <a:endParaRPr sz="2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2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Modifying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own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branch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5613" y="4525121"/>
            <a:ext cx="21653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7215" y="4602589"/>
            <a:ext cx="7567930" cy="3562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490"/>
              </a:lnSpc>
            </a:pP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500" b="1" spc="-1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checkout</a:t>
            </a:r>
            <a:r>
              <a:rPr sz="2500" b="1" spc="-11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&lt;commit_hash&gt;</a:t>
            </a:r>
            <a:r>
              <a:rPr sz="2500" b="1" spc="-11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15" dirty="0">
                <a:solidFill>
                  <a:srgbClr val="FFC000"/>
                </a:solidFill>
                <a:latin typeface="Courier New"/>
                <a:cs typeface="Courier New"/>
              </a:rPr>
              <a:t>-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b</a:t>
            </a:r>
            <a:r>
              <a:rPr sz="2500" b="1" spc="-10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10" dirty="0">
                <a:solidFill>
                  <a:srgbClr val="FFC000"/>
                </a:solidFill>
                <a:latin typeface="Courier New"/>
                <a:cs typeface="Courier New"/>
              </a:rPr>
              <a:t>my_branch</a:t>
            </a:r>
            <a:endParaRPr sz="2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272167"/>
            <a:ext cx="185737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0" dirty="0">
                <a:latin typeface="Calibri"/>
                <a:cs typeface="Calibri"/>
              </a:rPr>
              <a:t>Git</a:t>
            </a:r>
            <a:r>
              <a:rPr sz="2100" b="0" spc="-55" dirty="0">
                <a:latin typeface="Calibri"/>
                <a:cs typeface="Calibri"/>
              </a:rPr>
              <a:t> </a:t>
            </a:r>
            <a:r>
              <a:rPr sz="2100" b="0" dirty="0">
                <a:latin typeface="Calibri"/>
                <a:cs typeface="Calibri"/>
              </a:rPr>
              <a:t>by</a:t>
            </a:r>
            <a:r>
              <a:rPr sz="2100" b="0" spc="-65" dirty="0">
                <a:latin typeface="Calibri"/>
                <a:cs typeface="Calibri"/>
              </a:rPr>
              <a:t> </a:t>
            </a:r>
            <a:r>
              <a:rPr sz="2100" b="0" spc="-20" dirty="0">
                <a:latin typeface="Calibri"/>
                <a:cs typeface="Calibri"/>
              </a:rPr>
              <a:t>examples»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5613" y="1617329"/>
            <a:ext cx="311531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C000"/>
                </a:solidFill>
                <a:latin typeface="Calibri"/>
                <a:cs typeface="Calibri"/>
              </a:rPr>
              <a:t>readme.txt</a:t>
            </a:r>
            <a:r>
              <a:rPr sz="2500" spc="-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file.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613" y="2086721"/>
            <a:ext cx="21653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7215" y="2163098"/>
            <a:ext cx="3232150" cy="3562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500"/>
              </a:lnSpc>
            </a:pP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touch</a:t>
            </a:r>
            <a:r>
              <a:rPr sz="2500" b="1" spc="-9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10" dirty="0">
                <a:solidFill>
                  <a:srgbClr val="FFC000"/>
                </a:solidFill>
                <a:latin typeface="Courier New"/>
                <a:cs typeface="Courier New"/>
              </a:rPr>
              <a:t>readme.txt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613" y="2568305"/>
            <a:ext cx="21653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7215" y="2645835"/>
            <a:ext cx="3041650" cy="3562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490"/>
              </a:lnSpc>
            </a:pP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code</a:t>
            </a:r>
            <a:r>
              <a:rPr sz="2500" b="1" spc="-7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10" dirty="0">
                <a:solidFill>
                  <a:srgbClr val="FFC000"/>
                </a:solidFill>
                <a:latin typeface="Courier New"/>
                <a:cs typeface="Courier New"/>
              </a:rPr>
              <a:t>readme.txt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5613" y="3522329"/>
            <a:ext cx="312864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sz="25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5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repo’s</a:t>
            </a:r>
            <a:r>
              <a:rPr sz="25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status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5613" y="4031345"/>
            <a:ext cx="21653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7215" y="4056007"/>
            <a:ext cx="2122170" cy="419734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219710">
              <a:lnSpc>
                <a:spcPts val="2905"/>
              </a:lnSpc>
            </a:pP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500" b="1" spc="-6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10" dirty="0">
                <a:solidFill>
                  <a:srgbClr val="FFC000"/>
                </a:solidFill>
                <a:latin typeface="Courier New"/>
                <a:cs typeface="Courier New"/>
              </a:rPr>
              <a:t>status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5613" y="5009753"/>
            <a:ext cx="748982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newly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created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readme.txt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traceable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5613" y="5479145"/>
            <a:ext cx="21653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7215" y="5504612"/>
            <a:ext cx="3612515" cy="407034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900"/>
              </a:lnSpc>
            </a:pP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500" b="1" spc="-6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add</a:t>
            </a:r>
            <a:r>
              <a:rPr sz="2500" b="1" spc="-6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10" dirty="0">
                <a:solidFill>
                  <a:srgbClr val="FFC000"/>
                </a:solidFill>
                <a:latin typeface="Courier New"/>
                <a:cs typeface="Courier New"/>
              </a:rPr>
              <a:t>readme.txt</a:t>
            </a:r>
            <a:endParaRPr sz="2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272167"/>
            <a:ext cx="185737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0" dirty="0">
                <a:latin typeface="Calibri"/>
                <a:cs typeface="Calibri"/>
              </a:rPr>
              <a:t>Git</a:t>
            </a:r>
            <a:r>
              <a:rPr sz="2100" b="0" spc="-55" dirty="0">
                <a:latin typeface="Calibri"/>
                <a:cs typeface="Calibri"/>
              </a:rPr>
              <a:t> </a:t>
            </a:r>
            <a:r>
              <a:rPr sz="2100" b="0" dirty="0">
                <a:latin typeface="Calibri"/>
                <a:cs typeface="Calibri"/>
              </a:rPr>
              <a:t>by</a:t>
            </a:r>
            <a:r>
              <a:rPr sz="2100" b="0" spc="-65" dirty="0">
                <a:latin typeface="Calibri"/>
                <a:cs typeface="Calibri"/>
              </a:rPr>
              <a:t> </a:t>
            </a:r>
            <a:r>
              <a:rPr sz="2100" b="0" spc="-20" dirty="0">
                <a:latin typeface="Calibri"/>
                <a:cs typeface="Calibri"/>
              </a:rPr>
              <a:t>examples»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5613" y="1617329"/>
            <a:ext cx="498856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Commit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repo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613" y="2137544"/>
            <a:ext cx="18605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6005" y="2163098"/>
            <a:ext cx="7317105" cy="3562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420"/>
              </a:lnSpc>
            </a:pP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1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commit</a:t>
            </a:r>
            <a:r>
              <a:rPr sz="2100" b="1" spc="-12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–a</a:t>
            </a:r>
            <a:r>
              <a:rPr sz="2100" b="1" spc="-12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–m</a:t>
            </a:r>
            <a:r>
              <a:rPr sz="2100" b="1" spc="-12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“Update</a:t>
            </a:r>
            <a:r>
              <a:rPr sz="21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1:</a:t>
            </a:r>
            <a:r>
              <a:rPr sz="2100" b="1" spc="-12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Add</a:t>
            </a:r>
            <a:r>
              <a:rPr sz="2100" b="1" spc="-12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a</a:t>
            </a:r>
            <a:r>
              <a:rPr sz="2100" b="1" spc="-12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10" dirty="0">
                <a:solidFill>
                  <a:srgbClr val="FFC000"/>
                </a:solidFill>
                <a:latin typeface="Courier New"/>
                <a:cs typeface="Courier New"/>
              </a:rPr>
              <a:t>readme.txt”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613" y="2568305"/>
            <a:ext cx="793750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Continue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tasks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perform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commit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task,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e.g.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5613" y="4514984"/>
            <a:ext cx="18605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6005" y="4539060"/>
            <a:ext cx="7317105" cy="3562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430"/>
              </a:lnSpc>
            </a:pP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100" b="1" spc="-13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commit</a:t>
            </a:r>
            <a:r>
              <a:rPr sz="21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–a</a:t>
            </a:r>
            <a:r>
              <a:rPr sz="2100" b="1" spc="-13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–m</a:t>
            </a:r>
            <a:r>
              <a:rPr sz="21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“Task</a:t>
            </a:r>
            <a:r>
              <a:rPr sz="2100" b="1" spc="-13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1:</a:t>
            </a:r>
            <a:r>
              <a:rPr sz="21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Add</a:t>
            </a:r>
            <a:r>
              <a:rPr sz="2100" b="1" spc="-13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a</a:t>
            </a:r>
            <a:r>
              <a:rPr sz="21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flutter</a:t>
            </a:r>
            <a:r>
              <a:rPr sz="2100" b="1" spc="-13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10" dirty="0">
                <a:solidFill>
                  <a:srgbClr val="FFC000"/>
                </a:solidFill>
                <a:latin typeface="Courier New"/>
                <a:cs typeface="Courier New"/>
              </a:rPr>
              <a:t>logo”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8313" y="6267032"/>
            <a:ext cx="6510655" cy="3562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10"/>
              </a:lnSpc>
            </a:pPr>
            <a:r>
              <a:rPr sz="210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r>
              <a:rPr sz="2100" spc="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100" b="1" spc="-12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commit</a:t>
            </a:r>
            <a:r>
              <a:rPr sz="21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–a</a:t>
            </a:r>
            <a:r>
              <a:rPr sz="2100" b="1" spc="-12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–m</a:t>
            </a:r>
            <a:r>
              <a:rPr sz="21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“Task</a:t>
            </a:r>
            <a:r>
              <a:rPr sz="21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2:</a:t>
            </a:r>
            <a:r>
              <a:rPr sz="2100" b="1" spc="-12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Change</a:t>
            </a:r>
            <a:r>
              <a:rPr sz="21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10" dirty="0">
                <a:solidFill>
                  <a:srgbClr val="FFC000"/>
                </a:solidFill>
                <a:latin typeface="Courier New"/>
                <a:cs typeface="Courier New"/>
              </a:rPr>
              <a:t>color”</a:t>
            </a:r>
            <a:endParaRPr sz="21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32645" y="3114882"/>
            <a:ext cx="5154295" cy="1327150"/>
            <a:chOff x="932645" y="3114882"/>
            <a:chExt cx="5154295" cy="132715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503" y="3124742"/>
              <a:ext cx="5134044" cy="130701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37575" y="3119812"/>
              <a:ext cx="5144135" cy="1316990"/>
            </a:xfrm>
            <a:custGeom>
              <a:avLst/>
              <a:gdLst/>
              <a:ahLst/>
              <a:cxnLst/>
              <a:rect l="l" t="t" r="r" b="b"/>
              <a:pathLst>
                <a:path w="5144135" h="1316989">
                  <a:moveTo>
                    <a:pt x="0" y="0"/>
                  </a:moveTo>
                  <a:lnTo>
                    <a:pt x="5143899" y="0"/>
                  </a:lnTo>
                  <a:lnTo>
                    <a:pt x="5143899" y="1316875"/>
                  </a:lnTo>
                  <a:lnTo>
                    <a:pt x="0" y="1316875"/>
                  </a:lnTo>
                  <a:lnTo>
                    <a:pt x="0" y="0"/>
                  </a:lnTo>
                  <a:close/>
                </a:path>
              </a:pathLst>
            </a:custGeom>
            <a:ln w="9859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93970" y="5149554"/>
            <a:ext cx="5775960" cy="991869"/>
            <a:chOff x="993970" y="5149554"/>
            <a:chExt cx="5775960" cy="991869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3828" y="5159414"/>
              <a:ext cx="5755746" cy="97183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98900" y="5154484"/>
              <a:ext cx="5765800" cy="981710"/>
            </a:xfrm>
            <a:custGeom>
              <a:avLst/>
              <a:gdLst/>
              <a:ahLst/>
              <a:cxnLst/>
              <a:rect l="l" t="t" r="r" b="b"/>
              <a:pathLst>
                <a:path w="5765800" h="981710">
                  <a:moveTo>
                    <a:pt x="0" y="0"/>
                  </a:moveTo>
                  <a:lnTo>
                    <a:pt x="5765602" y="0"/>
                  </a:lnTo>
                  <a:lnTo>
                    <a:pt x="5765602" y="981690"/>
                  </a:lnTo>
                  <a:lnTo>
                    <a:pt x="0" y="981690"/>
                  </a:lnTo>
                  <a:lnTo>
                    <a:pt x="0" y="0"/>
                  </a:lnTo>
                  <a:close/>
                </a:path>
              </a:pathLst>
            </a:custGeom>
            <a:ln w="986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272167"/>
            <a:ext cx="185737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0" dirty="0">
                <a:latin typeface="Calibri"/>
                <a:cs typeface="Calibri"/>
              </a:rPr>
              <a:t>Git</a:t>
            </a:r>
            <a:r>
              <a:rPr sz="2100" b="0" spc="-55" dirty="0">
                <a:latin typeface="Calibri"/>
                <a:cs typeface="Calibri"/>
              </a:rPr>
              <a:t> </a:t>
            </a:r>
            <a:r>
              <a:rPr sz="2100" b="0" dirty="0">
                <a:latin typeface="Calibri"/>
                <a:cs typeface="Calibri"/>
              </a:rPr>
              <a:t>by</a:t>
            </a:r>
            <a:r>
              <a:rPr sz="2100" b="0" spc="-65" dirty="0">
                <a:latin typeface="Calibri"/>
                <a:cs typeface="Calibri"/>
              </a:rPr>
              <a:t> </a:t>
            </a:r>
            <a:r>
              <a:rPr sz="2100" b="0" spc="-20" dirty="0">
                <a:latin typeface="Calibri"/>
                <a:cs typeface="Calibri"/>
              </a:rPr>
              <a:t>examples»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5613" y="1617329"/>
            <a:ext cx="2059939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branches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613" y="2138537"/>
            <a:ext cx="21653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7215" y="2162782"/>
            <a:ext cx="2689860" cy="419734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219710">
              <a:lnSpc>
                <a:spcPts val="2910"/>
              </a:lnSpc>
            </a:pP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500" b="1" spc="-8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branch</a:t>
            </a:r>
            <a:r>
              <a:rPr sz="2500" b="1" spc="-8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25" dirty="0">
                <a:solidFill>
                  <a:srgbClr val="FFC000"/>
                </a:solidFill>
                <a:latin typeface="Courier New"/>
                <a:cs typeface="Courier New"/>
              </a:rPr>
              <a:t>–a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613" y="3104753"/>
            <a:ext cx="331279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master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branch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5613" y="3574145"/>
            <a:ext cx="21653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7215" y="3649662"/>
            <a:ext cx="3802379" cy="3562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505"/>
              </a:lnSpc>
            </a:pP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500" b="1" spc="-11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FFC000"/>
                </a:solidFill>
                <a:latin typeface="Courier New"/>
                <a:cs typeface="Courier New"/>
              </a:rPr>
              <a:t>checkout</a:t>
            </a:r>
            <a:r>
              <a:rPr sz="2500" b="1" spc="-9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500" b="1" spc="-10" dirty="0">
                <a:solidFill>
                  <a:srgbClr val="FFC000"/>
                </a:solidFill>
                <a:latin typeface="Courier New"/>
                <a:cs typeface="Courier New"/>
              </a:rPr>
              <a:t>master</a:t>
            </a:r>
            <a:endParaRPr sz="2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272167"/>
            <a:ext cx="191643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0" dirty="0">
                <a:latin typeface="Calibri"/>
                <a:cs typeface="Calibri"/>
              </a:rPr>
              <a:t>Git</a:t>
            </a:r>
            <a:r>
              <a:rPr sz="2100" b="0" spc="-65" dirty="0">
                <a:latin typeface="Calibri"/>
                <a:cs typeface="Calibri"/>
              </a:rPr>
              <a:t> </a:t>
            </a:r>
            <a:r>
              <a:rPr sz="2100" b="0" dirty="0">
                <a:latin typeface="Calibri"/>
                <a:cs typeface="Calibri"/>
              </a:rPr>
              <a:t>by</a:t>
            </a:r>
            <a:r>
              <a:rPr sz="2100" b="0" spc="-75" dirty="0">
                <a:latin typeface="Calibri"/>
                <a:cs typeface="Calibri"/>
              </a:rPr>
              <a:t> </a:t>
            </a:r>
            <a:r>
              <a:rPr sz="2100" b="0" spc="-20" dirty="0">
                <a:latin typeface="Calibri"/>
                <a:cs typeface="Calibri"/>
              </a:rPr>
              <a:t>examples</a:t>
            </a:r>
            <a:r>
              <a:rPr sz="2100" b="0" spc="-60" dirty="0">
                <a:latin typeface="Calibri"/>
                <a:cs typeface="Calibri"/>
              </a:rPr>
              <a:t> </a:t>
            </a:r>
            <a:r>
              <a:rPr sz="2100" b="0" spc="-50" dirty="0">
                <a:latin typeface="Calibri"/>
                <a:cs typeface="Calibri"/>
              </a:rPr>
              <a:t>»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5613" y="785156"/>
            <a:ext cx="7327900" cy="1159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7805">
              <a:lnSpc>
                <a:spcPct val="100000"/>
              </a:lnSpc>
              <a:spcBef>
                <a:spcPts val="100"/>
              </a:spcBef>
            </a:pPr>
            <a:r>
              <a:rPr sz="3700" b="1" dirty="0">
                <a:solidFill>
                  <a:srgbClr val="830E3E"/>
                </a:solidFill>
                <a:latin typeface="Calibri"/>
                <a:cs typeface="Calibri"/>
              </a:rPr>
              <a:t>Creating</a:t>
            </a:r>
            <a:r>
              <a:rPr sz="3700" b="1" spc="-90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3700" b="1" spc="-25" dirty="0">
                <a:solidFill>
                  <a:srgbClr val="830E3E"/>
                </a:solidFill>
                <a:latin typeface="Calibri"/>
                <a:cs typeface="Calibri"/>
              </a:rPr>
              <a:t>Your</a:t>
            </a:r>
            <a:r>
              <a:rPr sz="3700" b="1" spc="-105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3700" b="1" dirty="0">
                <a:solidFill>
                  <a:srgbClr val="830E3E"/>
                </a:solidFill>
                <a:latin typeface="Calibri"/>
                <a:cs typeface="Calibri"/>
              </a:rPr>
              <a:t>own</a:t>
            </a:r>
            <a:r>
              <a:rPr sz="3700" b="1" spc="-85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3700" b="1" spc="-10" dirty="0">
                <a:solidFill>
                  <a:srgbClr val="830E3E"/>
                </a:solidFill>
                <a:latin typeface="Calibri"/>
                <a:cs typeface="Calibri"/>
              </a:rPr>
              <a:t>Repository</a:t>
            </a:r>
            <a:endParaRPr sz="3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10"/>
              </a:spcBef>
            </a:pP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starter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flutter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template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613" y="2022747"/>
            <a:ext cx="17081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9579" y="2087180"/>
            <a:ext cx="2701290" cy="2673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1875"/>
              </a:lnSpc>
            </a:pPr>
            <a:r>
              <a:rPr sz="1900" b="1" dirty="0">
                <a:solidFill>
                  <a:srgbClr val="FFC000"/>
                </a:solidFill>
                <a:latin typeface="Courier New"/>
                <a:cs typeface="Courier New"/>
              </a:rPr>
              <a:t>cd</a:t>
            </a:r>
            <a:r>
              <a:rPr sz="1900" b="1" spc="-9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900" b="1" spc="-25" dirty="0">
                <a:solidFill>
                  <a:srgbClr val="FFC000"/>
                </a:solidFill>
                <a:latin typeface="Courier New"/>
                <a:cs typeface="Courier New"/>
              </a:rPr>
              <a:t>c:/code/flutter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613" y="2403747"/>
            <a:ext cx="17081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9579" y="2430313"/>
            <a:ext cx="4393565" cy="3054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2170"/>
              </a:lnSpc>
            </a:pPr>
            <a:r>
              <a:rPr sz="1900" b="1" dirty="0">
                <a:solidFill>
                  <a:srgbClr val="FFC000"/>
                </a:solidFill>
                <a:latin typeface="Courier New"/>
                <a:cs typeface="Courier New"/>
              </a:rPr>
              <a:t>flutter</a:t>
            </a:r>
            <a:r>
              <a:rPr sz="1900" b="1" spc="-22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FFC000"/>
                </a:solidFill>
                <a:latin typeface="Courier New"/>
                <a:cs typeface="Courier New"/>
              </a:rPr>
              <a:t>create</a:t>
            </a:r>
            <a:r>
              <a:rPr sz="1900" b="1" spc="-2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900" b="1" spc="-25" dirty="0">
                <a:solidFill>
                  <a:srgbClr val="FFC000"/>
                </a:solidFill>
                <a:latin typeface="Courier New"/>
                <a:cs typeface="Courier New"/>
              </a:rPr>
              <a:t>flutter_counter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5613" y="2799987"/>
            <a:ext cx="17081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9579" y="2862305"/>
            <a:ext cx="2698750" cy="2673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1889"/>
              </a:lnSpc>
            </a:pPr>
            <a:r>
              <a:rPr sz="1900" b="1" dirty="0">
                <a:solidFill>
                  <a:srgbClr val="FFC000"/>
                </a:solidFill>
                <a:latin typeface="Courier New"/>
                <a:cs typeface="Courier New"/>
              </a:rPr>
              <a:t>cd</a:t>
            </a:r>
            <a:r>
              <a:rPr sz="1900" b="1" spc="-9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900" b="1" spc="-25" dirty="0">
                <a:solidFill>
                  <a:srgbClr val="FFC000"/>
                </a:solidFill>
                <a:latin typeface="Courier New"/>
                <a:cs typeface="Courier New"/>
              </a:rPr>
              <a:t>flutter_counter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5613" y="3473595"/>
            <a:ext cx="279273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repo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5613" y="3854595"/>
            <a:ext cx="17081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9579" y="3916876"/>
            <a:ext cx="1275715" cy="2673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1889"/>
              </a:lnSpc>
            </a:pPr>
            <a:r>
              <a:rPr sz="19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1900" b="1" spc="-1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900" b="1" spc="-30" dirty="0">
                <a:solidFill>
                  <a:srgbClr val="FFC000"/>
                </a:solidFill>
                <a:latin typeface="Courier New"/>
                <a:cs typeface="Courier New"/>
              </a:rPr>
              <a:t>init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5613" y="4247787"/>
            <a:ext cx="17081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9579" y="4272636"/>
            <a:ext cx="1564005" cy="3054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2185"/>
              </a:lnSpc>
            </a:pPr>
            <a:r>
              <a:rPr sz="19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1900" b="1" spc="-1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900" b="1" spc="-25" dirty="0">
                <a:solidFill>
                  <a:srgbClr val="FFC000"/>
                </a:solidFill>
                <a:latin typeface="Courier New"/>
                <a:cs typeface="Courier New"/>
              </a:rPr>
              <a:t>status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5613" y="4640979"/>
            <a:ext cx="17081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9579" y="4704551"/>
            <a:ext cx="1421765" cy="2673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1880"/>
              </a:lnSpc>
            </a:pPr>
            <a:r>
              <a:rPr sz="19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1900" b="1" spc="-1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FFC000"/>
                </a:solidFill>
                <a:latin typeface="Courier New"/>
                <a:cs typeface="Courier New"/>
              </a:rPr>
              <a:t>add</a:t>
            </a:r>
            <a:r>
              <a:rPr sz="1900" b="1" spc="-1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900" b="1" spc="-50" dirty="0">
                <a:solidFill>
                  <a:srgbClr val="FFC000"/>
                </a:solidFill>
                <a:latin typeface="Courier New"/>
                <a:cs typeface="Courier New"/>
              </a:rPr>
              <a:t>.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5613" y="5021979"/>
            <a:ext cx="17081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79579" y="5085800"/>
            <a:ext cx="4962525" cy="2673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1880"/>
              </a:lnSpc>
            </a:pPr>
            <a:r>
              <a:rPr sz="19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19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FFC000"/>
                </a:solidFill>
                <a:latin typeface="Courier New"/>
                <a:cs typeface="Courier New"/>
              </a:rPr>
              <a:t>commit</a:t>
            </a:r>
            <a:r>
              <a:rPr sz="19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FFC000"/>
                </a:solidFill>
                <a:latin typeface="Courier New"/>
                <a:cs typeface="Courier New"/>
              </a:rPr>
              <a:t>–a</a:t>
            </a:r>
            <a:r>
              <a:rPr sz="19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900" b="1" spc="-30" dirty="0">
                <a:solidFill>
                  <a:srgbClr val="FFC000"/>
                </a:solidFill>
                <a:latin typeface="Courier New"/>
                <a:cs typeface="Courier New"/>
              </a:rPr>
              <a:t>-</a:t>
            </a:r>
            <a:r>
              <a:rPr sz="1900" b="1" dirty="0">
                <a:solidFill>
                  <a:srgbClr val="FFC000"/>
                </a:solidFill>
                <a:latin typeface="Courier New"/>
                <a:cs typeface="Courier New"/>
              </a:rPr>
              <a:t>m</a:t>
            </a:r>
            <a:r>
              <a:rPr sz="19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FFC000"/>
                </a:solidFill>
                <a:latin typeface="Courier New"/>
                <a:cs typeface="Courier New"/>
              </a:rPr>
              <a:t>“My</a:t>
            </a:r>
            <a:r>
              <a:rPr sz="19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FFC000"/>
                </a:solidFill>
                <a:latin typeface="Courier New"/>
                <a:cs typeface="Courier New"/>
              </a:rPr>
              <a:t>first</a:t>
            </a:r>
            <a:r>
              <a:rPr sz="1900" b="1" spc="-13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900" b="1" spc="-10" dirty="0">
                <a:solidFill>
                  <a:srgbClr val="FFC000"/>
                </a:solidFill>
                <a:latin typeface="Courier New"/>
                <a:cs typeface="Courier New"/>
              </a:rPr>
              <a:t>commit”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5613" y="5811411"/>
            <a:ext cx="34664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make</a:t>
            </a:r>
            <a:r>
              <a:rPr sz="19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changes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last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commit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5613" y="6191384"/>
            <a:ext cx="18605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96005" y="6254565"/>
            <a:ext cx="1586865" cy="3054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57480">
              <a:lnSpc>
                <a:spcPts val="2125"/>
              </a:lnSpc>
            </a:pP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100" b="1" spc="-1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add</a:t>
            </a:r>
            <a:r>
              <a:rPr sz="2100" b="1" spc="-1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50" dirty="0">
                <a:solidFill>
                  <a:srgbClr val="FFC000"/>
                </a:solidFill>
                <a:latin typeface="Courier New"/>
                <a:cs typeface="Courier New"/>
              </a:rPr>
              <a:t>.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5613" y="6608960"/>
            <a:ext cx="18605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96005" y="6673852"/>
            <a:ext cx="3001645" cy="3054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57480">
              <a:lnSpc>
                <a:spcPts val="2110"/>
              </a:lnSpc>
            </a:pP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100" b="1" spc="-16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commit</a:t>
            </a:r>
            <a:r>
              <a:rPr sz="2100" b="1" spc="-16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40" dirty="0">
                <a:solidFill>
                  <a:srgbClr val="FFC000"/>
                </a:solidFill>
                <a:latin typeface="Courier New"/>
                <a:cs typeface="Courier New"/>
              </a:rPr>
              <a:t>--</a:t>
            </a:r>
            <a:r>
              <a:rPr sz="2100" b="1" spc="-10" dirty="0">
                <a:solidFill>
                  <a:srgbClr val="FFC000"/>
                </a:solidFill>
                <a:latin typeface="Courier New"/>
                <a:cs typeface="Courier New"/>
              </a:rPr>
              <a:t>amend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851" rIns="0" bIns="0" rtlCol="0">
            <a:spAutoFit/>
          </a:bodyPr>
          <a:lstStyle/>
          <a:p>
            <a:pPr marL="1353185">
              <a:lnSpc>
                <a:spcPct val="100000"/>
              </a:lnSpc>
              <a:spcBef>
                <a:spcPts val="100"/>
              </a:spcBef>
            </a:pPr>
            <a:r>
              <a:rPr dirty="0"/>
              <a:t>Pushing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Remote</a:t>
            </a:r>
            <a:r>
              <a:rPr spc="-45" dirty="0"/>
              <a:t> </a:t>
            </a:r>
            <a:r>
              <a:rPr spc="-20" dirty="0"/>
              <a:t>Repo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515" y="272167"/>
            <a:ext cx="191643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830E3E"/>
                </a:solidFill>
                <a:latin typeface="Calibri"/>
                <a:cs typeface="Calibri"/>
              </a:rPr>
              <a:t>Git</a:t>
            </a:r>
            <a:r>
              <a:rPr sz="2100" spc="-65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830E3E"/>
                </a:solidFill>
                <a:latin typeface="Calibri"/>
                <a:cs typeface="Calibri"/>
              </a:rPr>
              <a:t>by</a:t>
            </a:r>
            <a:r>
              <a:rPr sz="2100" spc="-75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830E3E"/>
                </a:solidFill>
                <a:latin typeface="Calibri"/>
                <a:cs typeface="Calibri"/>
              </a:rPr>
              <a:t>examples</a:t>
            </a:r>
            <a:r>
              <a:rPr sz="2100" spc="-60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830E3E"/>
                </a:solidFill>
                <a:latin typeface="Calibri"/>
                <a:cs typeface="Calibri"/>
              </a:rPr>
              <a:t>»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613" y="1516915"/>
            <a:ext cx="7136130" cy="1802764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9554" indent="-236854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9554" algn="l"/>
              </a:tabLst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github.com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own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endParaRPr sz="2500">
              <a:latin typeface="Calibri"/>
              <a:cs typeface="Calibri"/>
            </a:endParaRPr>
          </a:p>
          <a:p>
            <a:pPr marL="248920" marR="5080" indent="-236854">
              <a:lnSpc>
                <a:spcPts val="2710"/>
              </a:lnSpc>
              <a:spcBef>
                <a:spcPts val="1125"/>
              </a:spcBef>
              <a:buFont typeface="Arial MT"/>
              <a:buChar char="•"/>
              <a:tabLst>
                <a:tab pos="248920" algn="l"/>
              </a:tabLst>
            </a:pP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C000"/>
                </a:solidFill>
                <a:latin typeface="Calibri"/>
                <a:cs typeface="Calibri"/>
              </a:rPr>
              <a:t>public</a:t>
            </a:r>
            <a:r>
              <a:rPr sz="25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repository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github.com,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named </a:t>
            </a:r>
            <a:r>
              <a:rPr sz="2500" spc="-10" dirty="0">
                <a:solidFill>
                  <a:srgbClr val="FFC000"/>
                </a:solidFill>
                <a:latin typeface="Calibri"/>
                <a:cs typeface="Calibri"/>
              </a:rPr>
              <a:t>flutter_counter</a:t>
            </a:r>
            <a:endParaRPr sz="25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249554" algn="l"/>
              </a:tabLst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git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bash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(command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line)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5613" y="3396368"/>
            <a:ext cx="18605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6005" y="3459314"/>
            <a:ext cx="6794500" cy="3054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57480">
              <a:lnSpc>
                <a:spcPts val="2125"/>
              </a:lnSpc>
            </a:pP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100" b="1" spc="-17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remote</a:t>
            </a:r>
            <a:r>
              <a:rPr sz="2100" b="1" spc="-16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add</a:t>
            </a:r>
            <a:r>
              <a:rPr sz="2100" b="1" spc="-17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origin</a:t>
            </a:r>
            <a:r>
              <a:rPr sz="2100" b="1" spc="-16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10" dirty="0">
                <a:solidFill>
                  <a:srgbClr val="FFC000"/>
                </a:solidFill>
                <a:latin typeface="Courier New"/>
                <a:cs typeface="Courier New"/>
              </a:rPr>
              <a:t>https://github/your-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8313" y="3764250"/>
            <a:ext cx="4445000" cy="28067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0"/>
              </a:lnSpc>
            </a:pPr>
            <a:r>
              <a:rPr sz="2100" b="1" spc="-20" dirty="0">
                <a:solidFill>
                  <a:srgbClr val="FFC000"/>
                </a:solidFill>
                <a:latin typeface="Courier New"/>
                <a:cs typeface="Courier New"/>
              </a:rPr>
              <a:t>username/flutter_counter.git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5613" y="4094360"/>
            <a:ext cx="18605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6005" y="4158126"/>
            <a:ext cx="4116070" cy="3054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57480">
              <a:lnSpc>
                <a:spcPts val="2120"/>
              </a:lnSpc>
            </a:pP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100" b="1" spc="-14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push</a:t>
            </a:r>
            <a:r>
              <a:rPr sz="2100" b="1" spc="-14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–u</a:t>
            </a:r>
            <a:r>
              <a:rPr sz="2100" b="1" spc="-14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origin</a:t>
            </a:r>
            <a:r>
              <a:rPr sz="2100" b="1" spc="-14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10" dirty="0">
                <a:solidFill>
                  <a:srgbClr val="FFC000"/>
                </a:solidFill>
                <a:latin typeface="Courier New"/>
                <a:cs typeface="Courier New"/>
              </a:rPr>
              <a:t>master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851" rIns="0" bIns="0" rtlCol="0">
            <a:spAutoFit/>
          </a:bodyPr>
          <a:lstStyle/>
          <a:p>
            <a:pPr marL="2299335">
              <a:lnSpc>
                <a:spcPct val="100000"/>
              </a:lnSpc>
              <a:spcBef>
                <a:spcPts val="100"/>
              </a:spcBef>
            </a:pPr>
            <a:r>
              <a:rPr dirty="0"/>
              <a:t>Sharing</a:t>
            </a:r>
            <a:r>
              <a:rPr spc="5" dirty="0"/>
              <a:t> </a:t>
            </a:r>
            <a:r>
              <a:rPr spc="-10" dirty="0"/>
              <a:t>Offline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515" y="272167"/>
            <a:ext cx="191643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830E3E"/>
                </a:solidFill>
                <a:latin typeface="Calibri"/>
                <a:cs typeface="Calibri"/>
              </a:rPr>
              <a:t>Git</a:t>
            </a:r>
            <a:r>
              <a:rPr sz="2100" spc="-65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830E3E"/>
                </a:solidFill>
                <a:latin typeface="Calibri"/>
                <a:cs typeface="Calibri"/>
              </a:rPr>
              <a:t>by</a:t>
            </a:r>
            <a:r>
              <a:rPr sz="2100" spc="-75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830E3E"/>
                </a:solidFill>
                <a:latin typeface="Calibri"/>
                <a:cs typeface="Calibri"/>
              </a:rPr>
              <a:t>examples</a:t>
            </a:r>
            <a:r>
              <a:rPr sz="2100" spc="-60" dirty="0">
                <a:solidFill>
                  <a:srgbClr val="830E3E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830E3E"/>
                </a:solidFill>
                <a:latin typeface="Calibri"/>
                <a:cs typeface="Calibri"/>
              </a:rPr>
              <a:t>»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613" y="1617329"/>
            <a:ext cx="8205470" cy="117094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2710"/>
              </a:lnSpc>
              <a:spcBef>
                <a:spcPts val="430"/>
              </a:spcBef>
            </a:pPr>
            <a:r>
              <a:rPr sz="2500" spc="-10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share</a:t>
            </a:r>
            <a:r>
              <a:rPr sz="25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git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repo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going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remote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repo,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git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bundle.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100" spc="-12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1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bundle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(e.g.,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user1’s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PC):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5613" y="2862968"/>
            <a:ext cx="9740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Courier New"/>
                <a:cs typeface="Courier New"/>
              </a:rPr>
              <a:t>user1$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4464" y="2925676"/>
            <a:ext cx="7738745" cy="3054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157480">
              <a:lnSpc>
                <a:spcPts val="2125"/>
              </a:lnSpc>
            </a:pP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100" b="1" spc="-14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bundle</a:t>
            </a:r>
            <a:r>
              <a:rPr sz="2100" b="1" spc="-14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30" dirty="0">
                <a:solidFill>
                  <a:srgbClr val="FFC000"/>
                </a:solidFill>
                <a:latin typeface="Courier New"/>
                <a:cs typeface="Courier New"/>
              </a:rPr>
              <a:t>build/flutter_counter.git</a:t>
            </a:r>
            <a:r>
              <a:rPr sz="2100" b="1" spc="-14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HEAD</a:t>
            </a:r>
            <a:r>
              <a:rPr sz="2100" b="1" spc="-14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10" dirty="0">
                <a:solidFill>
                  <a:srgbClr val="FFC000"/>
                </a:solidFill>
                <a:latin typeface="Courier New"/>
                <a:cs typeface="Courier New"/>
              </a:rPr>
              <a:t>master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5613" y="3701168"/>
            <a:ext cx="8322945" cy="14770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13970">
              <a:lnSpc>
                <a:spcPts val="2300"/>
              </a:lnSpc>
              <a:spcBef>
                <a:spcPts val="36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2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share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1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bundle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21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1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mean,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e.g.</a:t>
            </a:r>
            <a:r>
              <a:rPr sz="21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copying</a:t>
            </a:r>
            <a:r>
              <a:rPr sz="21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pen-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drive.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1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file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21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2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C000"/>
                </a:solidFill>
                <a:latin typeface="Calibri"/>
                <a:cs typeface="Calibri"/>
              </a:rPr>
              <a:t>build</a:t>
            </a:r>
            <a:r>
              <a:rPr sz="210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directory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1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pc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(e.g.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user2’s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copy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bundle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clone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1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8313" y="5301638"/>
            <a:ext cx="8373745" cy="30543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15"/>
              </a:lnSpc>
              <a:tabLst>
                <a:tab pos="5991860" algn="l"/>
              </a:tabLst>
            </a:pPr>
            <a:r>
              <a:rPr sz="2100" dirty="0">
                <a:solidFill>
                  <a:srgbClr val="FFFFFF"/>
                </a:solidFill>
                <a:latin typeface="Courier New"/>
                <a:cs typeface="Courier New"/>
              </a:rPr>
              <a:t>user2$</a:t>
            </a:r>
            <a:r>
              <a:rPr sz="2100" spc="-1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git</a:t>
            </a:r>
            <a:r>
              <a:rPr sz="2100" b="1" spc="-17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clone</a:t>
            </a:r>
            <a:r>
              <a:rPr sz="2100" b="1" spc="-175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2100" b="1" spc="-10" dirty="0">
                <a:solidFill>
                  <a:srgbClr val="FFC000"/>
                </a:solidFill>
                <a:latin typeface="Courier New"/>
                <a:cs typeface="Courier New"/>
              </a:rPr>
              <a:t>flutter_counter.git</a:t>
            </a:r>
            <a:r>
              <a:rPr sz="2100" b="1" dirty="0">
                <a:solidFill>
                  <a:srgbClr val="FFC000"/>
                </a:solidFill>
                <a:latin typeface="Courier New"/>
                <a:cs typeface="Courier New"/>
              </a:rPr>
              <a:t>	</a:t>
            </a:r>
            <a:r>
              <a:rPr sz="2100" b="1" spc="-25" dirty="0">
                <a:solidFill>
                  <a:srgbClr val="FFC000"/>
                </a:solidFill>
                <a:latin typeface="Courier New"/>
                <a:cs typeface="Courier New"/>
              </a:rPr>
              <a:t>flutter_counter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851" rIns="0" bIns="0" rtlCol="0">
            <a:spAutoFit/>
          </a:bodyPr>
          <a:lstStyle/>
          <a:p>
            <a:pPr marL="2426970">
              <a:lnSpc>
                <a:spcPct val="100000"/>
              </a:lnSpc>
              <a:spcBef>
                <a:spcPts val="100"/>
              </a:spcBef>
            </a:pPr>
            <a:r>
              <a:rPr dirty="0"/>
              <a:t>Git</a:t>
            </a:r>
            <a:r>
              <a:rPr spc="-15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434"/>
              </a:spcBef>
            </a:pPr>
            <a:r>
              <a:rPr dirty="0"/>
              <a:t>https://app.pluralsight.com/course-</a:t>
            </a:r>
            <a:r>
              <a:rPr spc="-1180" dirty="0"/>
              <a:t> </a:t>
            </a:r>
            <a:r>
              <a:rPr u="none" spc="-1180" dirty="0"/>
              <a:t> </a:t>
            </a:r>
            <a:r>
              <a:rPr spc="-10" dirty="0"/>
              <a:t>player?clipId=139ae6dd-af56-45a5-</a:t>
            </a:r>
            <a:r>
              <a:rPr dirty="0"/>
              <a:t>aa4f-</a:t>
            </a:r>
            <a:r>
              <a:rPr spc="-1305" dirty="0"/>
              <a:t> </a:t>
            </a:r>
            <a:r>
              <a:rPr u="none" spc="-1305" dirty="0"/>
              <a:t> </a:t>
            </a:r>
            <a:r>
              <a:rPr spc="-10" dirty="0"/>
              <a:t>9924129ef340</a:t>
            </a:r>
          </a:p>
          <a:p>
            <a:pPr>
              <a:lnSpc>
                <a:spcPct val="100000"/>
              </a:lnSpc>
              <a:spcBef>
                <a:spcPts val="1635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u="none" spc="-10" dirty="0">
                <a:hlinkClick r:id="rId2"/>
              </a:rPr>
              <a:t>https://www.tutorialspoint.com/git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</TotalTime>
  <Words>1511</Words>
  <Application>Microsoft Office PowerPoint</Application>
  <PresentationFormat>Custom</PresentationFormat>
  <Paragraphs>259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Arial Black</vt:lpstr>
      <vt:lpstr>Arial MT</vt:lpstr>
      <vt:lpstr>Calibri</vt:lpstr>
      <vt:lpstr>Courier New</vt:lpstr>
      <vt:lpstr>Office Theme</vt:lpstr>
      <vt:lpstr>Mobile Application Programming SCSJ3623</vt:lpstr>
      <vt:lpstr>Outline</vt:lpstr>
      <vt:lpstr>Mobile App Dev. Technologies</vt:lpstr>
      <vt:lpstr>What is Flutter?</vt:lpstr>
      <vt:lpstr>Install Flutter</vt:lpstr>
      <vt:lpstr>Install Flutter - Alternative</vt:lpstr>
      <vt:lpstr>Installing Prerequisites - Git</vt:lpstr>
      <vt:lpstr>Installing Prerequisites - Flutter</vt:lpstr>
      <vt:lpstr>Installing Prerequisites - Flutter</vt:lpstr>
      <vt:lpstr>Installing Prerequisites - VS Code</vt:lpstr>
      <vt:lpstr>Install Prerequisites – Android Studio</vt:lpstr>
      <vt:lpstr>Configure Android SDK</vt:lpstr>
      <vt:lpstr>Configure Android SDK</vt:lpstr>
      <vt:lpstr>Configure Android SDK</vt:lpstr>
      <vt:lpstr>Create Android Emulator</vt:lpstr>
      <vt:lpstr>Testing the Emulator via Android Studio</vt:lpstr>
      <vt:lpstr>Testing the Emulator via VS Code</vt:lpstr>
      <vt:lpstr>Testing the Emulator via VS Code</vt:lpstr>
      <vt:lpstr>Troubleshooting - Flutter</vt:lpstr>
      <vt:lpstr>A Tour on VS Code</vt:lpstr>
      <vt:lpstr>Test the Installation</vt:lpstr>
      <vt:lpstr>Test the Installation</vt:lpstr>
      <vt:lpstr>A Tour on Git and Git Bash</vt:lpstr>
      <vt:lpstr>Common Unix Commands</vt:lpstr>
      <vt:lpstr>What is GIT ?</vt:lpstr>
      <vt:lpstr>What is GIT ?</vt:lpstr>
      <vt:lpstr>Example Use Case</vt:lpstr>
      <vt:lpstr>See what’s inside the repo</vt:lpstr>
      <vt:lpstr>Git by examples»</vt:lpstr>
      <vt:lpstr>Git by examples»</vt:lpstr>
      <vt:lpstr>Git by examples»</vt:lpstr>
      <vt:lpstr>Git by examples»</vt:lpstr>
      <vt:lpstr>Git by examples »</vt:lpstr>
      <vt:lpstr>Pushing to Remote Repo</vt:lpstr>
      <vt:lpstr>Sharing Offline</vt:lpstr>
      <vt:lpstr>Git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MAP-S02-Chapter_01_Introduction</dc:title>
  <dc:creator>Muhamad Razib Othman</dc:creator>
  <cp:lastModifiedBy>Tio Nugroho</cp:lastModifiedBy>
  <cp:revision>8</cp:revision>
  <dcterms:created xsi:type="dcterms:W3CDTF">2025-10-06T03:53:27Z</dcterms:created>
  <dcterms:modified xsi:type="dcterms:W3CDTF">2025-10-07T06:36:04Z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2022-03-24T00:00:00Z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2025-10-06T00:00:00Z</vt:filetime>
  </property>
  <property fmtid="{D5CDD505-2E9C-101B-9397-08002B2CF9AE}" pid="5" name="Producer">
    <vt:lpwstr>macOS Version 11.2.3 (Build 20D91) Quartz PDFContext</vt:lpwstr>
  </property>
</Properties>
</file>